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12192000" cy="433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53"/>
    <p:restoredTop sz="94694"/>
  </p:normalViewPr>
  <p:slideViewPr>
    <p:cSldViewPr snapToGrid="0">
      <p:cViewPr varScale="1">
        <p:scale>
          <a:sx n="112" d="100"/>
          <a:sy n="112" d="100"/>
        </p:scale>
        <p:origin x="216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29B83-A9AC-D743-9F02-AA50BFE58A0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906463" y="1143000"/>
            <a:ext cx="86709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98C05-DDA5-4A4C-AC6C-48479183D5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8360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98C05-DDA5-4A4C-AC6C-48479183D556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1777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10050"/>
            <a:ext cx="9144000" cy="1510489"/>
          </a:xfrm>
        </p:spPr>
        <p:txBody>
          <a:bodyPr anchor="b"/>
          <a:lstStyle>
            <a:lvl1pPr algn="ctr">
              <a:defRPr sz="379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78789"/>
            <a:ext cx="9144000" cy="1047500"/>
          </a:xfrm>
        </p:spPr>
        <p:txBody>
          <a:bodyPr/>
          <a:lstStyle>
            <a:lvl1pPr marL="0" indent="0" algn="ctr">
              <a:buNone/>
              <a:defRPr sz="1518"/>
            </a:lvl1pPr>
            <a:lvl2pPr marL="289225" indent="0" algn="ctr">
              <a:buNone/>
              <a:defRPr sz="1265"/>
            </a:lvl2pPr>
            <a:lvl3pPr marL="578449" indent="0" algn="ctr">
              <a:buNone/>
              <a:defRPr sz="1139"/>
            </a:lvl3pPr>
            <a:lvl4pPr marL="867674" indent="0" algn="ctr">
              <a:buNone/>
              <a:defRPr sz="1012"/>
            </a:lvl4pPr>
            <a:lvl5pPr marL="1156899" indent="0" algn="ctr">
              <a:buNone/>
              <a:defRPr sz="1012"/>
            </a:lvl5pPr>
            <a:lvl6pPr marL="1446124" indent="0" algn="ctr">
              <a:buNone/>
              <a:defRPr sz="1012"/>
            </a:lvl6pPr>
            <a:lvl7pPr marL="1735348" indent="0" algn="ctr">
              <a:buNone/>
              <a:defRPr sz="1012"/>
            </a:lvl7pPr>
            <a:lvl8pPr marL="2024573" indent="0" algn="ctr">
              <a:buNone/>
              <a:defRPr sz="1012"/>
            </a:lvl8pPr>
            <a:lvl9pPr marL="2313798" indent="0" algn="ctr">
              <a:buNone/>
              <a:defRPr sz="101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799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7198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081647"/>
            <a:ext cx="10515600" cy="1804753"/>
          </a:xfrm>
        </p:spPr>
        <p:txBody>
          <a:bodyPr anchor="b"/>
          <a:lstStyle>
            <a:lvl1pPr>
              <a:defRPr sz="379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903473"/>
            <a:ext cx="10515600" cy="949077"/>
          </a:xfrm>
        </p:spPr>
        <p:txBody>
          <a:bodyPr/>
          <a:lstStyle>
            <a:lvl1pPr marL="0" indent="0">
              <a:buNone/>
              <a:defRPr sz="1518">
                <a:solidFill>
                  <a:schemeClr val="tx1">
                    <a:tint val="82000"/>
                  </a:schemeClr>
                </a:solidFill>
              </a:defRPr>
            </a:lvl1pPr>
            <a:lvl2pPr marL="289225" indent="0">
              <a:buNone/>
              <a:defRPr sz="1265">
                <a:solidFill>
                  <a:schemeClr val="tx1">
                    <a:tint val="82000"/>
                  </a:schemeClr>
                </a:solidFill>
              </a:defRPr>
            </a:lvl2pPr>
            <a:lvl3pPr marL="578449" indent="0">
              <a:buNone/>
              <a:defRPr sz="1139">
                <a:solidFill>
                  <a:schemeClr val="tx1">
                    <a:tint val="82000"/>
                  </a:schemeClr>
                </a:solidFill>
              </a:defRPr>
            </a:lvl3pPr>
            <a:lvl4pPr marL="867674" indent="0">
              <a:buNone/>
              <a:defRPr sz="1012">
                <a:solidFill>
                  <a:schemeClr val="tx1">
                    <a:tint val="82000"/>
                  </a:schemeClr>
                </a:solidFill>
              </a:defRPr>
            </a:lvl4pPr>
            <a:lvl5pPr marL="1156899" indent="0">
              <a:buNone/>
              <a:defRPr sz="1012">
                <a:solidFill>
                  <a:schemeClr val="tx1">
                    <a:tint val="82000"/>
                  </a:schemeClr>
                </a:solidFill>
              </a:defRPr>
            </a:lvl5pPr>
            <a:lvl6pPr marL="1446124" indent="0">
              <a:buNone/>
              <a:defRPr sz="1012">
                <a:solidFill>
                  <a:schemeClr val="tx1">
                    <a:tint val="82000"/>
                  </a:schemeClr>
                </a:solidFill>
              </a:defRPr>
            </a:lvl6pPr>
            <a:lvl7pPr marL="1735348" indent="0">
              <a:buNone/>
              <a:defRPr sz="1012">
                <a:solidFill>
                  <a:schemeClr val="tx1">
                    <a:tint val="82000"/>
                  </a:schemeClr>
                </a:solidFill>
              </a:defRPr>
            </a:lvl7pPr>
            <a:lvl8pPr marL="2024573" indent="0">
              <a:buNone/>
              <a:defRPr sz="1012">
                <a:solidFill>
                  <a:schemeClr val="tx1">
                    <a:tint val="82000"/>
                  </a:schemeClr>
                </a:solidFill>
              </a:defRPr>
            </a:lvl8pPr>
            <a:lvl9pPr marL="2313798" indent="0">
              <a:buNone/>
              <a:defRPr sz="101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8129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54961"/>
            <a:ext cx="5181600" cy="275282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54961"/>
            <a:ext cx="5181600" cy="275282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7236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0993"/>
            <a:ext cx="10515600" cy="83860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063569"/>
            <a:ext cx="5157787" cy="521239"/>
          </a:xfrm>
        </p:spPr>
        <p:txBody>
          <a:bodyPr anchor="b"/>
          <a:lstStyle>
            <a:lvl1pPr marL="0" indent="0">
              <a:buNone/>
              <a:defRPr sz="1518" b="1"/>
            </a:lvl1pPr>
            <a:lvl2pPr marL="289225" indent="0">
              <a:buNone/>
              <a:defRPr sz="1265" b="1"/>
            </a:lvl2pPr>
            <a:lvl3pPr marL="578449" indent="0">
              <a:buNone/>
              <a:defRPr sz="1139" b="1"/>
            </a:lvl3pPr>
            <a:lvl4pPr marL="867674" indent="0">
              <a:buNone/>
              <a:defRPr sz="1012" b="1"/>
            </a:lvl4pPr>
            <a:lvl5pPr marL="1156899" indent="0">
              <a:buNone/>
              <a:defRPr sz="1012" b="1"/>
            </a:lvl5pPr>
            <a:lvl6pPr marL="1446124" indent="0">
              <a:buNone/>
              <a:defRPr sz="1012" b="1"/>
            </a:lvl6pPr>
            <a:lvl7pPr marL="1735348" indent="0">
              <a:buNone/>
              <a:defRPr sz="1012" b="1"/>
            </a:lvl7pPr>
            <a:lvl8pPr marL="2024573" indent="0">
              <a:buNone/>
              <a:defRPr sz="1012" b="1"/>
            </a:lvl8pPr>
            <a:lvl9pPr marL="2313798" indent="0">
              <a:buNone/>
              <a:defRPr sz="10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584808"/>
            <a:ext cx="5157787" cy="23310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063569"/>
            <a:ext cx="5183188" cy="521239"/>
          </a:xfrm>
        </p:spPr>
        <p:txBody>
          <a:bodyPr anchor="b"/>
          <a:lstStyle>
            <a:lvl1pPr marL="0" indent="0">
              <a:buNone/>
              <a:defRPr sz="1518" b="1"/>
            </a:lvl1pPr>
            <a:lvl2pPr marL="289225" indent="0">
              <a:buNone/>
              <a:defRPr sz="1265" b="1"/>
            </a:lvl2pPr>
            <a:lvl3pPr marL="578449" indent="0">
              <a:buNone/>
              <a:defRPr sz="1139" b="1"/>
            </a:lvl3pPr>
            <a:lvl4pPr marL="867674" indent="0">
              <a:buNone/>
              <a:defRPr sz="1012" b="1"/>
            </a:lvl4pPr>
            <a:lvl5pPr marL="1156899" indent="0">
              <a:buNone/>
              <a:defRPr sz="1012" b="1"/>
            </a:lvl5pPr>
            <a:lvl6pPr marL="1446124" indent="0">
              <a:buNone/>
              <a:defRPr sz="1012" b="1"/>
            </a:lvl6pPr>
            <a:lvl7pPr marL="1735348" indent="0">
              <a:buNone/>
              <a:defRPr sz="1012" b="1"/>
            </a:lvl7pPr>
            <a:lvl8pPr marL="2024573" indent="0">
              <a:buNone/>
              <a:defRPr sz="1012" b="1"/>
            </a:lvl8pPr>
            <a:lvl9pPr marL="2313798" indent="0">
              <a:buNone/>
              <a:defRPr sz="10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584808"/>
            <a:ext cx="5183188" cy="23310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1067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23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5636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89242"/>
            <a:ext cx="3932237" cy="1012349"/>
          </a:xfrm>
        </p:spPr>
        <p:txBody>
          <a:bodyPr anchor="b"/>
          <a:lstStyle>
            <a:lvl1pPr>
              <a:defRPr sz="20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624684"/>
            <a:ext cx="6172200" cy="3083245"/>
          </a:xfrm>
        </p:spPr>
        <p:txBody>
          <a:bodyPr/>
          <a:lstStyle>
            <a:lvl1pPr>
              <a:defRPr sz="2024"/>
            </a:lvl1pPr>
            <a:lvl2pPr>
              <a:defRPr sz="1771"/>
            </a:lvl2pPr>
            <a:lvl3pPr>
              <a:defRPr sz="1518"/>
            </a:lvl3pPr>
            <a:lvl4pPr>
              <a:defRPr sz="1265"/>
            </a:lvl4pPr>
            <a:lvl5pPr>
              <a:defRPr sz="1265"/>
            </a:lvl5pPr>
            <a:lvl6pPr>
              <a:defRPr sz="1265"/>
            </a:lvl6pPr>
            <a:lvl7pPr>
              <a:defRPr sz="1265"/>
            </a:lvl7pPr>
            <a:lvl8pPr>
              <a:defRPr sz="1265"/>
            </a:lvl8pPr>
            <a:lvl9pPr>
              <a:defRPr sz="126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301591"/>
            <a:ext cx="3932237" cy="2411359"/>
          </a:xfrm>
        </p:spPr>
        <p:txBody>
          <a:bodyPr/>
          <a:lstStyle>
            <a:lvl1pPr marL="0" indent="0">
              <a:buNone/>
              <a:defRPr sz="1012"/>
            </a:lvl1pPr>
            <a:lvl2pPr marL="289225" indent="0">
              <a:buNone/>
              <a:defRPr sz="886"/>
            </a:lvl2pPr>
            <a:lvl3pPr marL="578449" indent="0">
              <a:buNone/>
              <a:defRPr sz="759"/>
            </a:lvl3pPr>
            <a:lvl4pPr marL="867674" indent="0">
              <a:buNone/>
              <a:defRPr sz="633"/>
            </a:lvl4pPr>
            <a:lvl5pPr marL="1156899" indent="0">
              <a:buNone/>
              <a:defRPr sz="633"/>
            </a:lvl5pPr>
            <a:lvl6pPr marL="1446124" indent="0">
              <a:buNone/>
              <a:defRPr sz="633"/>
            </a:lvl6pPr>
            <a:lvl7pPr marL="1735348" indent="0">
              <a:buNone/>
              <a:defRPr sz="633"/>
            </a:lvl7pPr>
            <a:lvl8pPr marL="2024573" indent="0">
              <a:buNone/>
              <a:defRPr sz="633"/>
            </a:lvl8pPr>
            <a:lvl9pPr marL="2313798" indent="0">
              <a:buNone/>
              <a:defRPr sz="6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0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89242"/>
            <a:ext cx="3932237" cy="1012349"/>
          </a:xfrm>
        </p:spPr>
        <p:txBody>
          <a:bodyPr anchor="b"/>
          <a:lstStyle>
            <a:lvl1pPr>
              <a:defRPr sz="20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624684"/>
            <a:ext cx="6172200" cy="3083245"/>
          </a:xfrm>
        </p:spPr>
        <p:txBody>
          <a:bodyPr anchor="t"/>
          <a:lstStyle>
            <a:lvl1pPr marL="0" indent="0">
              <a:buNone/>
              <a:defRPr sz="2024"/>
            </a:lvl1pPr>
            <a:lvl2pPr marL="289225" indent="0">
              <a:buNone/>
              <a:defRPr sz="1771"/>
            </a:lvl2pPr>
            <a:lvl3pPr marL="578449" indent="0">
              <a:buNone/>
              <a:defRPr sz="1518"/>
            </a:lvl3pPr>
            <a:lvl4pPr marL="867674" indent="0">
              <a:buNone/>
              <a:defRPr sz="1265"/>
            </a:lvl4pPr>
            <a:lvl5pPr marL="1156899" indent="0">
              <a:buNone/>
              <a:defRPr sz="1265"/>
            </a:lvl5pPr>
            <a:lvl6pPr marL="1446124" indent="0">
              <a:buNone/>
              <a:defRPr sz="1265"/>
            </a:lvl6pPr>
            <a:lvl7pPr marL="1735348" indent="0">
              <a:buNone/>
              <a:defRPr sz="1265"/>
            </a:lvl7pPr>
            <a:lvl8pPr marL="2024573" indent="0">
              <a:buNone/>
              <a:defRPr sz="1265"/>
            </a:lvl8pPr>
            <a:lvl9pPr marL="2313798" indent="0">
              <a:buNone/>
              <a:defRPr sz="126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301591"/>
            <a:ext cx="3932237" cy="2411359"/>
          </a:xfrm>
        </p:spPr>
        <p:txBody>
          <a:bodyPr/>
          <a:lstStyle>
            <a:lvl1pPr marL="0" indent="0">
              <a:buNone/>
              <a:defRPr sz="1012"/>
            </a:lvl1pPr>
            <a:lvl2pPr marL="289225" indent="0">
              <a:buNone/>
              <a:defRPr sz="886"/>
            </a:lvl2pPr>
            <a:lvl3pPr marL="578449" indent="0">
              <a:buNone/>
              <a:defRPr sz="759"/>
            </a:lvl3pPr>
            <a:lvl4pPr marL="867674" indent="0">
              <a:buNone/>
              <a:defRPr sz="633"/>
            </a:lvl4pPr>
            <a:lvl5pPr marL="1156899" indent="0">
              <a:buNone/>
              <a:defRPr sz="633"/>
            </a:lvl5pPr>
            <a:lvl6pPr marL="1446124" indent="0">
              <a:buNone/>
              <a:defRPr sz="633"/>
            </a:lvl6pPr>
            <a:lvl7pPr marL="1735348" indent="0">
              <a:buNone/>
              <a:defRPr sz="633"/>
            </a:lvl7pPr>
            <a:lvl8pPr marL="2024573" indent="0">
              <a:buNone/>
              <a:defRPr sz="633"/>
            </a:lvl8pPr>
            <a:lvl9pPr marL="2313798" indent="0">
              <a:buNone/>
              <a:defRPr sz="6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273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0789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30992"/>
            <a:ext cx="2628900" cy="367679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30992"/>
            <a:ext cx="7734300" cy="367679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8674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30993"/>
            <a:ext cx="10515600" cy="838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54961"/>
            <a:ext cx="10515600" cy="2752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021275"/>
            <a:ext cx="2743200" cy="23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FD3F14-673E-5D42-9E90-52017C53B2C5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021275"/>
            <a:ext cx="4114800" cy="23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021275"/>
            <a:ext cx="2743200" cy="23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793E2-D7CC-CE4A-8656-A054B0F774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3552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78449" rtl="0" eaLnBrk="1" latinLnBrk="0" hangingPunct="1">
        <a:lnSpc>
          <a:spcPct val="90000"/>
        </a:lnSpc>
        <a:spcBef>
          <a:spcPct val="0"/>
        </a:spcBef>
        <a:buNone/>
        <a:defRPr sz="27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612" indent="-144612" algn="l" defTabSz="578449" rtl="0" eaLnBrk="1" latinLnBrk="0" hangingPunct="1">
        <a:lnSpc>
          <a:spcPct val="90000"/>
        </a:lnSpc>
        <a:spcBef>
          <a:spcPts val="633"/>
        </a:spcBef>
        <a:buFont typeface="Arial" panose="020B0604020202020204" pitchFamily="34" charset="0"/>
        <a:buChar char="•"/>
        <a:defRPr sz="1771" kern="1200">
          <a:solidFill>
            <a:schemeClr val="tx1"/>
          </a:solidFill>
          <a:latin typeface="+mn-lt"/>
          <a:ea typeface="+mn-ea"/>
          <a:cs typeface="+mn-cs"/>
        </a:defRPr>
      </a:lvl1pPr>
      <a:lvl2pPr marL="433837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518" kern="1200">
          <a:solidFill>
            <a:schemeClr val="tx1"/>
          </a:solidFill>
          <a:latin typeface="+mn-lt"/>
          <a:ea typeface="+mn-ea"/>
          <a:cs typeface="+mn-cs"/>
        </a:defRPr>
      </a:lvl2pPr>
      <a:lvl3pPr marL="723062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265" kern="1200">
          <a:solidFill>
            <a:schemeClr val="tx1"/>
          </a:solidFill>
          <a:latin typeface="+mn-lt"/>
          <a:ea typeface="+mn-ea"/>
          <a:cs typeface="+mn-cs"/>
        </a:defRPr>
      </a:lvl3pPr>
      <a:lvl4pPr marL="1012287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9" kern="1200">
          <a:solidFill>
            <a:schemeClr val="tx1"/>
          </a:solidFill>
          <a:latin typeface="+mn-lt"/>
          <a:ea typeface="+mn-ea"/>
          <a:cs typeface="+mn-cs"/>
        </a:defRPr>
      </a:lvl4pPr>
      <a:lvl5pPr marL="1301511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9" kern="1200">
          <a:solidFill>
            <a:schemeClr val="tx1"/>
          </a:solidFill>
          <a:latin typeface="+mn-lt"/>
          <a:ea typeface="+mn-ea"/>
          <a:cs typeface="+mn-cs"/>
        </a:defRPr>
      </a:lvl5pPr>
      <a:lvl6pPr marL="1590736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9" kern="1200">
          <a:solidFill>
            <a:schemeClr val="tx1"/>
          </a:solidFill>
          <a:latin typeface="+mn-lt"/>
          <a:ea typeface="+mn-ea"/>
          <a:cs typeface="+mn-cs"/>
        </a:defRPr>
      </a:lvl6pPr>
      <a:lvl7pPr marL="1879961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9" kern="1200">
          <a:solidFill>
            <a:schemeClr val="tx1"/>
          </a:solidFill>
          <a:latin typeface="+mn-lt"/>
          <a:ea typeface="+mn-ea"/>
          <a:cs typeface="+mn-cs"/>
        </a:defRPr>
      </a:lvl7pPr>
      <a:lvl8pPr marL="2169185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9" kern="1200">
          <a:solidFill>
            <a:schemeClr val="tx1"/>
          </a:solidFill>
          <a:latin typeface="+mn-lt"/>
          <a:ea typeface="+mn-ea"/>
          <a:cs typeface="+mn-cs"/>
        </a:defRPr>
      </a:lvl8pPr>
      <a:lvl9pPr marL="2458410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1pPr>
      <a:lvl2pPr marL="289225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2pPr>
      <a:lvl3pPr marL="578449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3pPr>
      <a:lvl4pPr marL="867674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4pPr>
      <a:lvl5pPr marL="1156899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5pPr>
      <a:lvl6pPr marL="1446124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6pPr>
      <a:lvl7pPr marL="1735348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7pPr>
      <a:lvl8pPr marL="2024573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8pPr>
      <a:lvl9pPr marL="2313798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9C53235F-50F7-DCBC-E930-E64BA4EADB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78"/>
          <a:stretch/>
        </p:blipFill>
        <p:spPr>
          <a:xfrm>
            <a:off x="4063376" y="391913"/>
            <a:ext cx="8051388" cy="3921923"/>
          </a:xfrm>
          <a:prstGeom prst="rect">
            <a:avLst/>
          </a:prstGeom>
        </p:spPr>
      </p:pic>
      <p:pic>
        <p:nvPicPr>
          <p:cNvPr id="18" name="图片 17" descr="图表, 条形图&#10;&#10;AI 生成的内容可能不正确。">
            <a:extLst>
              <a:ext uri="{FF2B5EF4-FFF2-40B4-BE49-F238E27FC236}">
                <a16:creationId xmlns:a16="http://schemas.microsoft.com/office/drawing/2014/main" id="{7BDF7330-C3EF-FCF7-ADBF-979C8A16F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04" y="322270"/>
            <a:ext cx="4016368" cy="401636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DC6D554-A4D6-78CE-169A-7166CBE8A9AA}"/>
              </a:ext>
            </a:extLst>
          </p:cNvPr>
          <p:cNvSpPr txBox="1"/>
          <p:nvPr/>
        </p:nvSpPr>
        <p:spPr>
          <a:xfrm>
            <a:off x="0" y="0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a</a:t>
            </a:r>
            <a:endParaRPr kumimoji="1" lang="zh-CN" altLang="en-US" sz="2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78D0AEC-93D6-B37B-1E5D-7558360A9E1E}"/>
              </a:ext>
            </a:extLst>
          </p:cNvPr>
          <p:cNvSpPr txBox="1"/>
          <p:nvPr/>
        </p:nvSpPr>
        <p:spPr>
          <a:xfrm>
            <a:off x="4027666" y="0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b</a:t>
            </a:r>
            <a:endParaRPr kumimoji="1" lang="zh-CN" altLang="en-US" sz="2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F402FCC-A022-49E7-BEF0-861EA235E390}"/>
              </a:ext>
            </a:extLst>
          </p:cNvPr>
          <p:cNvSpPr txBox="1"/>
          <p:nvPr/>
        </p:nvSpPr>
        <p:spPr>
          <a:xfrm>
            <a:off x="8116245" y="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</a:t>
            </a:r>
            <a:endParaRPr kumimoji="1" lang="zh-CN" altLang="en-US" sz="24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16768EE-436A-6849-FF23-796D14A2EF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083"/>
          <a:stretch/>
        </p:blipFill>
        <p:spPr>
          <a:xfrm>
            <a:off x="8104609" y="1847461"/>
            <a:ext cx="184827" cy="91928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A7E78DE-346E-FA38-B434-2E0DEC052D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3468" y="4161404"/>
            <a:ext cx="598160" cy="17723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E61C2AC-7900-E124-0B3D-33908D0A28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9706" y="4150253"/>
            <a:ext cx="1714848" cy="17723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50963B2-C1C0-B184-BFBA-B9E35E467A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9877" y="1334277"/>
            <a:ext cx="184909" cy="176324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79CA786-7F54-2170-1DE2-C9A078EB62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531" y="4102660"/>
            <a:ext cx="892857" cy="21900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765D2CC-BF53-1B51-B6FC-1F3ABD9688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61486" y="4102660"/>
            <a:ext cx="572776" cy="17688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19A08E8-6365-4708-5075-159111D935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66324" y="4102659"/>
            <a:ext cx="867587" cy="17688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703C04B-E690-FED0-F4BA-0BC2985E987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260" y="2038472"/>
            <a:ext cx="206788" cy="53287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32FD797-1B41-689A-A4FF-585DA4693D7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05002" y="3291840"/>
            <a:ext cx="2918858" cy="68917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A731AB6-AA4D-D894-36D6-36FBF7A0D11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09883" y="3316560"/>
            <a:ext cx="2918858" cy="66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797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</TotalTime>
  <Words>4</Words>
  <Application>Microsoft Macintosh PowerPoint</Application>
  <PresentationFormat>自定义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明华 徐</dc:creator>
  <cp:lastModifiedBy>明华 徐</cp:lastModifiedBy>
  <cp:revision>9</cp:revision>
  <dcterms:created xsi:type="dcterms:W3CDTF">2025-03-21T13:54:39Z</dcterms:created>
  <dcterms:modified xsi:type="dcterms:W3CDTF">2025-12-13T20:51:18Z</dcterms:modified>
</cp:coreProperties>
</file>