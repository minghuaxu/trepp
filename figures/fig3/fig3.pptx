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6" r:id="rId2"/>
  </p:sldIdLst>
  <p:sldSz cx="12192000" cy="7002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694"/>
  </p:normalViewPr>
  <p:slideViewPr>
    <p:cSldViewPr snapToGrid="0">
      <p:cViewPr varScale="1">
        <p:scale>
          <a:sx n="119" d="100"/>
          <a:sy n="119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29B83-A9AC-D743-9F02-AA50BFE58A0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1143000"/>
            <a:ext cx="5372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98C05-DDA5-4A4C-AC6C-48479183D5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36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1143000"/>
            <a:ext cx="53721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8C05-DDA5-4A4C-AC6C-48479183D55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777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6005"/>
            <a:ext cx="9144000" cy="243789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77915"/>
            <a:ext cx="9144000" cy="16906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18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316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45754"/>
            <a:ext cx="10515600" cy="291283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86140"/>
            <a:ext cx="10515600" cy="15317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140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64082"/>
            <a:ext cx="5181600" cy="4442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64082"/>
            <a:ext cx="5181600" cy="44429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336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72817"/>
            <a:ext cx="10515600" cy="135348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16576"/>
            <a:ext cx="5157787" cy="8412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57844"/>
            <a:ext cx="5157787" cy="37622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16576"/>
            <a:ext cx="5183188" cy="8412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57844"/>
            <a:ext cx="5183188" cy="37622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888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398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35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6831"/>
            <a:ext cx="3932237" cy="163390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08226"/>
            <a:ext cx="6172200" cy="49762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00739"/>
            <a:ext cx="3932237" cy="389187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323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6831"/>
            <a:ext cx="3932237" cy="163390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08226"/>
            <a:ext cx="6172200" cy="497628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00739"/>
            <a:ext cx="3932237" cy="389187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437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401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72816"/>
            <a:ext cx="2628900" cy="59342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2816"/>
            <a:ext cx="7734300" cy="59342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58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2817"/>
            <a:ext cx="10515600" cy="1353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64082"/>
            <a:ext cx="10515600" cy="4442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0246"/>
            <a:ext cx="2743200" cy="372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3F14-673E-5D42-9E90-52017C53B2C5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0246"/>
            <a:ext cx="4114800" cy="372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90246"/>
            <a:ext cx="2743200" cy="372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398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图表, 散点图&#10;&#10;AI 生成的内容可能不正确。">
            <a:extLst>
              <a:ext uri="{FF2B5EF4-FFF2-40B4-BE49-F238E27FC236}">
                <a16:creationId xmlns:a16="http://schemas.microsoft.com/office/drawing/2014/main" id="{180EB0EB-25AB-90BB-92A5-E50E3D01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58"/>
          <a:stretch/>
        </p:blipFill>
        <p:spPr>
          <a:xfrm>
            <a:off x="25400" y="3497653"/>
            <a:ext cx="3889513" cy="3497580"/>
          </a:xfrm>
          <a:prstGeom prst="rect">
            <a:avLst/>
          </a:prstGeom>
        </p:spPr>
      </p:pic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B66E8833-E864-53DE-C82F-5F0D8EE78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677" y="136121"/>
            <a:ext cx="8328923" cy="6859112"/>
          </a:xfrm>
          <a:prstGeom prst="rect">
            <a:avLst/>
          </a:prstGeom>
        </p:spPr>
      </p:pic>
      <p:pic>
        <p:nvPicPr>
          <p:cNvPr id="28" name="图片 27" descr="图表, 散点图&#10;&#10;AI 生成的内容可能不正确。">
            <a:extLst>
              <a:ext uri="{FF2B5EF4-FFF2-40B4-BE49-F238E27FC236}">
                <a16:creationId xmlns:a16="http://schemas.microsoft.com/office/drawing/2014/main" id="{E2250E29-32B0-E758-AAC4-F9EE16835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650"/>
          <a:stretch/>
        </p:blipFill>
        <p:spPr>
          <a:xfrm>
            <a:off x="25398" y="143351"/>
            <a:ext cx="3835684" cy="349758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63CD9ED2-B9BE-BEF4-1B2F-EA8CE39279A4}"/>
              </a:ext>
            </a:extLst>
          </p:cNvPr>
          <p:cNvSpPr txBox="1"/>
          <p:nvPr/>
        </p:nvSpPr>
        <p:spPr>
          <a:xfrm>
            <a:off x="25398" y="-793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07B9A2D-0803-3926-4931-09FC64128DCA}"/>
              </a:ext>
            </a:extLst>
          </p:cNvPr>
          <p:cNvSpPr txBox="1"/>
          <p:nvPr/>
        </p:nvSpPr>
        <p:spPr>
          <a:xfrm>
            <a:off x="3874074" y="-793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79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3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明华 徐</dc:creator>
  <cp:lastModifiedBy>明华 徐</cp:lastModifiedBy>
  <cp:revision>12</cp:revision>
  <dcterms:created xsi:type="dcterms:W3CDTF">2025-03-21T13:54:39Z</dcterms:created>
  <dcterms:modified xsi:type="dcterms:W3CDTF">2025-12-17T08:02:31Z</dcterms:modified>
</cp:coreProperties>
</file>