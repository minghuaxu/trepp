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76" r:id="rId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4CBE1"/>
    <a:srgbClr val="80B0D2"/>
    <a:srgbClr val="B0D8D3"/>
    <a:srgbClr val="EAA69E"/>
    <a:srgbClr val="E6C8CB"/>
    <a:srgbClr val="F5E498"/>
    <a:srgbClr val="94CBB0"/>
    <a:srgbClr val="F5DC6B"/>
    <a:srgbClr val="F5E7A8"/>
    <a:srgbClr val="65838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2481"/>
    <p:restoredTop sz="94694"/>
  </p:normalViewPr>
  <p:slideViewPr>
    <p:cSldViewPr snapToGrid="0">
      <p:cViewPr>
        <p:scale>
          <a:sx n="80" d="100"/>
          <a:sy n="80" d="100"/>
        </p:scale>
        <p:origin x="1488" y="10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5059CBF-42A3-004B-B179-B032F2A1684B}" type="datetimeFigureOut">
              <a:rPr kumimoji="1" lang="zh-CN" altLang="en-US" smtClean="0"/>
              <a:t>2025/12/16</a:t>
            </a:fld>
            <a:endParaRPr kumimoji="1"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6307909-7972-0E48-BDB9-637D9E96E234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585196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C52161-5057-CFC5-05C0-8790649C50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3EC70728-B67F-B238-9D3C-FFAC20F8E35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81285700-E4A7-1A19-80A8-ABBB71F5D31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A6ADB5FE-5B06-8CC0-68B8-94428E69D1B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6307909-7972-0E48-BDB9-637D9E96E234}" type="slidenum">
              <a:rPr kumimoji="1" lang="zh-CN" altLang="en-US" smtClean="0"/>
              <a:t>1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37585242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377E0F4-4111-07C7-C6AA-3CF2FE7CA47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552F0F64-108F-0CCD-AE28-1D7BF160076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B111465-7603-9CC9-0E15-138F2BECFD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08A0D5-8211-AE4A-A774-3654E024D1BF}" type="datetimeFigureOut">
              <a:rPr kumimoji="1" lang="zh-CN" altLang="en-US" smtClean="0"/>
              <a:t>2025/12/16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617445E-7177-30C1-79A6-8509790A40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12E260C-701E-298B-E958-A50EC02355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A0A13B-279A-DC42-BB51-79E62B91B9D9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2682503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37A7B20-87D9-D314-1921-2CE34F8B0D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B45AC0E-EE3E-B6C7-2D7E-51ECA4A839C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34E8058-D382-018B-8D95-67926D58D3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08A0D5-8211-AE4A-A774-3654E024D1BF}" type="datetimeFigureOut">
              <a:rPr kumimoji="1" lang="zh-CN" altLang="en-US" smtClean="0"/>
              <a:t>2025/12/16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D6A1B00-BCAC-77FB-5789-9EE7655983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6536CD1-2034-AA74-1C31-3F217FA223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A0A13B-279A-DC42-BB51-79E62B91B9D9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6781761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A5FB6BB-E602-5EFA-DFEE-238882BB7D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025F4C9F-8753-0EE5-9E28-E361060E8FA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8756BDA-EC01-9F67-B917-9ED539E304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08A0D5-8211-AE4A-A774-3654E024D1BF}" type="datetimeFigureOut">
              <a:rPr kumimoji="1" lang="zh-CN" altLang="en-US" smtClean="0"/>
              <a:t>2025/12/16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7AEDF45-F223-82C5-BE92-FD7A05AE1D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A793746-7756-835C-859D-06C85CDB08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A0A13B-279A-DC42-BB51-79E62B91B9D9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9074019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502D99F-46C8-CE3B-8CDE-0F4DC32625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5866654-5E63-6135-BE82-AC90581DE92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A7BA546D-682D-65FB-B853-42663294C5B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2BCABE22-A0C2-7BF6-AB31-6C3DFD580D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08A0D5-8211-AE4A-A774-3654E024D1BF}" type="datetimeFigureOut">
              <a:rPr kumimoji="1" lang="zh-CN" altLang="en-US" smtClean="0"/>
              <a:t>2025/12/16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79BF6A34-6D01-CCE3-9933-F9BEC7AD57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942846CD-2BC5-A552-4B8F-0A558FC4D2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A0A13B-279A-DC42-BB51-79E62B91B9D9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20848029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B5AD803-73C3-D6C9-5B4A-4F2590C2B5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98AFBEE-D428-A874-2C07-F23AFDDC70C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30FD53B1-2FEE-A510-8C2F-EB4BF4EB68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2975BF4B-4EED-8C9D-3E9E-04004F6B8E3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47B27D2-6B22-8E95-C66F-94917CEB1A4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170D6E96-3433-8B0A-17D6-A789AEAA70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08A0D5-8211-AE4A-A774-3654E024D1BF}" type="datetimeFigureOut">
              <a:rPr kumimoji="1" lang="zh-CN" altLang="en-US" smtClean="0"/>
              <a:t>2025/12/16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EA3A51EA-8007-F538-6EC4-50B121CA6D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1A9764CA-B5DE-EAC0-5CD3-B8785D978A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A0A13B-279A-DC42-BB51-79E62B91B9D9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3562892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8527D47-54E0-1862-7F42-AD97872FFB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742E5F46-5FA2-96E1-0F7D-72FF09F4C1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08A0D5-8211-AE4A-A774-3654E024D1BF}" type="datetimeFigureOut">
              <a:rPr kumimoji="1" lang="zh-CN" altLang="en-US" smtClean="0"/>
              <a:t>2025/12/16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4821BCF-37E4-B4E7-4EC4-E44CFA4C07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917EE0C7-AEFA-9EC4-CB85-80B5D036ED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A0A13B-279A-DC42-BB51-79E62B91B9D9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38557585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CDD2FDB8-C2AB-7C3E-86F1-5C0F7CFC58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08A0D5-8211-AE4A-A774-3654E024D1BF}" type="datetimeFigureOut">
              <a:rPr kumimoji="1" lang="zh-CN" altLang="en-US" smtClean="0"/>
              <a:t>2025/12/16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4E8F8C44-F7D1-A2A0-F138-CDE1AB8A55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44E1CEE4-B788-70B2-723C-E330CBAD8F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A0A13B-279A-DC42-BB51-79E62B91B9D9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6392995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7FA0D6D-E65F-8376-49E1-1EE4105A86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7BF9309-9D8D-D4D7-0B3F-8F07805593E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A2BA6DE1-EB28-10A3-7FD3-971FE4B94DB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34757705-68E3-C246-20BA-BC405C307C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08A0D5-8211-AE4A-A774-3654E024D1BF}" type="datetimeFigureOut">
              <a:rPr kumimoji="1" lang="zh-CN" altLang="en-US" smtClean="0"/>
              <a:t>2025/12/16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B1415E23-0EC3-E5DD-BB9C-7ADE5E0B27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E3CA7D6C-6E16-D0F8-8489-09D57E37BA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A0A13B-279A-DC42-BB51-79E62B91B9D9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49179737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F63897E-DF79-254C-A7C7-AA0D5B1831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6BEF0138-4FE9-C05A-D269-F0423C921DE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A5F69FA0-0AFF-92FB-04B8-E2EFB947C4C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D2A475BD-BC39-4693-ECA0-D352365C9B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08A0D5-8211-AE4A-A774-3654E024D1BF}" type="datetimeFigureOut">
              <a:rPr kumimoji="1" lang="zh-CN" altLang="en-US" smtClean="0"/>
              <a:t>2025/12/16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BE33D2AF-E05D-46ED-34D6-2197064FD0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B2D845E0-AF90-1816-B13C-9E9D241372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A0A13B-279A-DC42-BB51-79E62B91B9D9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71973340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E701CDE-A9BE-3CBF-ED72-6C38A51783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CB8DB5A0-A31E-3CCC-71FD-ADF4B2216BB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A4787BB-7A81-050A-D9DC-C0D9A8D1DB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08A0D5-8211-AE4A-A774-3654E024D1BF}" type="datetimeFigureOut">
              <a:rPr kumimoji="1" lang="zh-CN" altLang="en-US" smtClean="0"/>
              <a:t>2025/12/16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C904C09-11AE-2089-F842-3F451F26A2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EC7D4B7-E029-58BB-AFE3-FC21629F7B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A0A13B-279A-DC42-BB51-79E62B91B9D9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7587828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CF22D8B6-D201-4DCB-0098-4CF81CF04A4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DCC0A38E-564B-2F6D-FA7F-73C2EBEC0BE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72C78F8-642C-B95D-47A7-C8C4274BE8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08A0D5-8211-AE4A-A774-3654E024D1BF}" type="datetimeFigureOut">
              <a:rPr kumimoji="1" lang="zh-CN" altLang="en-US" smtClean="0"/>
              <a:t>2025/12/16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36E777F-FD0A-A8E2-7B26-B2734C56EA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53D2B7B-C502-462F-AC03-8BD60AA9E2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A0A13B-279A-DC42-BB51-79E62B91B9D9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8804986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2C17DBE5-E4F6-2FE1-8609-B32D12F2DC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1BB4C6F1-410E-1085-6BC0-94E660496CA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B531E3D-C8AE-2518-322D-E5CCA3CC952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308A0D5-8211-AE4A-A774-3654E024D1BF}" type="datetimeFigureOut">
              <a:rPr kumimoji="1" lang="zh-CN" altLang="en-US" smtClean="0"/>
              <a:t>2025/12/16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ECB34DE-AF6C-1A13-615A-E49D1EBF392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2A8E43E-E135-49BF-5396-EC44F50A40B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1A0A13B-279A-DC42-BB51-79E62B91B9D9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1698201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10" Type="http://schemas.openxmlformats.org/officeDocument/2006/relationships/image" Target="../media/image8.png"/><Relationship Id="rId4" Type="http://schemas.openxmlformats.org/officeDocument/2006/relationships/image" Target="../media/image2.png"/><Relationship Id="rId9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EAF441-50C5-F089-C742-504B993266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组合 4">
            <a:extLst>
              <a:ext uri="{FF2B5EF4-FFF2-40B4-BE49-F238E27FC236}">
                <a16:creationId xmlns:a16="http://schemas.microsoft.com/office/drawing/2014/main" id="{DCB1BE46-5AE2-1D65-7BEA-F0434B47893C}"/>
              </a:ext>
            </a:extLst>
          </p:cNvPr>
          <p:cNvGrpSpPr/>
          <p:nvPr/>
        </p:nvGrpSpPr>
        <p:grpSpPr>
          <a:xfrm>
            <a:off x="1907" y="3567809"/>
            <a:ext cx="12190093" cy="3266509"/>
            <a:chOff x="0" y="246384"/>
            <a:chExt cx="12190093" cy="3266509"/>
          </a:xfrm>
        </p:grpSpPr>
        <p:pic>
          <p:nvPicPr>
            <p:cNvPr id="40" name="图片 39" descr="图示, 维恩图&#10;&#10;AI 生成的内容可能不正确。">
              <a:extLst>
                <a:ext uri="{FF2B5EF4-FFF2-40B4-BE49-F238E27FC236}">
                  <a16:creationId xmlns:a16="http://schemas.microsoft.com/office/drawing/2014/main" id="{C043597A-DE04-893F-D70B-D686D395840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9360874" y="246384"/>
              <a:ext cx="2829219" cy="3042745"/>
            </a:xfrm>
            <a:prstGeom prst="rect">
              <a:avLst/>
            </a:prstGeom>
          </p:spPr>
        </p:pic>
        <p:pic>
          <p:nvPicPr>
            <p:cNvPr id="42" name="图片 41" descr="图示, 维恩图&#10;&#10;AI 生成的内容可能不正确。">
              <a:extLst>
                <a:ext uri="{FF2B5EF4-FFF2-40B4-BE49-F238E27FC236}">
                  <a16:creationId xmlns:a16="http://schemas.microsoft.com/office/drawing/2014/main" id="{28BDFC57-2CE2-52B2-FEC6-DE5DF79B787A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6325942" y="252247"/>
              <a:ext cx="2871925" cy="3042746"/>
            </a:xfrm>
            <a:prstGeom prst="rect">
              <a:avLst/>
            </a:prstGeom>
          </p:spPr>
        </p:pic>
        <p:pic>
          <p:nvPicPr>
            <p:cNvPr id="44" name="图片 43" descr="图示, 维恩图&#10;&#10;AI 生成的内容可能不正确。">
              <a:extLst>
                <a:ext uri="{FF2B5EF4-FFF2-40B4-BE49-F238E27FC236}">
                  <a16:creationId xmlns:a16="http://schemas.microsoft.com/office/drawing/2014/main" id="{79152303-FA20-740D-C021-CFAA897059C7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3168319" y="252247"/>
              <a:ext cx="2994617" cy="3042745"/>
            </a:xfrm>
            <a:prstGeom prst="rect">
              <a:avLst/>
            </a:prstGeom>
          </p:spPr>
        </p:pic>
        <p:pic>
          <p:nvPicPr>
            <p:cNvPr id="46" name="图片 45" descr="图示, 维恩图&#10;&#10;AI 生成的内容可能不正确。">
              <a:extLst>
                <a:ext uri="{FF2B5EF4-FFF2-40B4-BE49-F238E27FC236}">
                  <a16:creationId xmlns:a16="http://schemas.microsoft.com/office/drawing/2014/main" id="{B9E6298C-797D-34D8-02BB-1A84655B4D7D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0" y="246384"/>
              <a:ext cx="3005313" cy="3042745"/>
            </a:xfrm>
            <a:prstGeom prst="rect">
              <a:avLst/>
            </a:prstGeom>
          </p:spPr>
        </p:pic>
        <p:sp>
          <p:nvSpPr>
            <p:cNvPr id="63" name="矩形 62">
              <a:extLst>
                <a:ext uri="{FF2B5EF4-FFF2-40B4-BE49-F238E27FC236}">
                  <a16:creationId xmlns:a16="http://schemas.microsoft.com/office/drawing/2014/main" id="{3EE98C6A-A217-61DF-1897-2E4353A73509}"/>
                </a:ext>
              </a:extLst>
            </p:cNvPr>
            <p:cNvSpPr/>
            <p:nvPr/>
          </p:nvSpPr>
          <p:spPr>
            <a:xfrm>
              <a:off x="898336" y="3114877"/>
              <a:ext cx="10529193" cy="39801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>
                <a:solidFill>
                  <a:schemeClr val="bg1"/>
                </a:solidFill>
              </a:endParaRPr>
            </a:p>
          </p:txBody>
        </p:sp>
        <p:sp>
          <p:nvSpPr>
            <p:cNvPr id="47" name="文本框 46">
              <a:extLst>
                <a:ext uri="{FF2B5EF4-FFF2-40B4-BE49-F238E27FC236}">
                  <a16:creationId xmlns:a16="http://schemas.microsoft.com/office/drawing/2014/main" id="{C4514031-26D2-D21B-2D32-BB58D4B0B840}"/>
                </a:ext>
              </a:extLst>
            </p:cNvPr>
            <p:cNvSpPr txBox="1"/>
            <p:nvPr/>
          </p:nvSpPr>
          <p:spPr>
            <a:xfrm>
              <a:off x="1138613" y="3158241"/>
              <a:ext cx="728084" cy="276999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rtlCol="0">
              <a:spAutoFit/>
            </a:bodyPr>
            <a:lstStyle/>
            <a:p>
              <a:r>
                <a:rPr kumimoji="1" lang="en-US" altLang="zh-CN" sz="1200" dirty="0"/>
                <a:t>Top</a:t>
              </a:r>
              <a:r>
                <a:rPr kumimoji="1" lang="zh-CN" altLang="en-US" sz="1200" dirty="0"/>
                <a:t> </a:t>
              </a:r>
              <a:r>
                <a:rPr kumimoji="1" lang="en-US" altLang="zh-CN" sz="1200" dirty="0"/>
                <a:t>500</a:t>
              </a:r>
              <a:endParaRPr kumimoji="1" lang="zh-CN" altLang="en-US" sz="1200" dirty="0"/>
            </a:p>
          </p:txBody>
        </p:sp>
        <p:sp>
          <p:nvSpPr>
            <p:cNvPr id="48" name="文本框 47">
              <a:extLst>
                <a:ext uri="{FF2B5EF4-FFF2-40B4-BE49-F238E27FC236}">
                  <a16:creationId xmlns:a16="http://schemas.microsoft.com/office/drawing/2014/main" id="{A0C313B6-6D8F-777C-71E7-B4CAEACF0BC0}"/>
                </a:ext>
              </a:extLst>
            </p:cNvPr>
            <p:cNvSpPr txBox="1"/>
            <p:nvPr/>
          </p:nvSpPr>
          <p:spPr>
            <a:xfrm>
              <a:off x="4254798" y="3158240"/>
              <a:ext cx="809837" cy="276999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rtlCol="0">
              <a:spAutoFit/>
            </a:bodyPr>
            <a:lstStyle/>
            <a:p>
              <a:r>
                <a:rPr kumimoji="1" lang="en-US" altLang="zh-CN" sz="1200" dirty="0"/>
                <a:t>Top</a:t>
              </a:r>
              <a:r>
                <a:rPr kumimoji="1" lang="zh-CN" altLang="en-US" sz="1200" dirty="0"/>
                <a:t> </a:t>
              </a:r>
              <a:r>
                <a:rPr kumimoji="1" lang="en-US" altLang="zh-CN" sz="1200" dirty="0"/>
                <a:t>1000</a:t>
              </a:r>
              <a:endParaRPr kumimoji="1" lang="zh-CN" altLang="en-US" sz="1200" dirty="0"/>
            </a:p>
          </p:txBody>
        </p:sp>
        <p:sp>
          <p:nvSpPr>
            <p:cNvPr id="49" name="文本框 48">
              <a:extLst>
                <a:ext uri="{FF2B5EF4-FFF2-40B4-BE49-F238E27FC236}">
                  <a16:creationId xmlns:a16="http://schemas.microsoft.com/office/drawing/2014/main" id="{ED7BF40D-19F0-02E3-8D6C-D74652E32D19}"/>
                </a:ext>
              </a:extLst>
            </p:cNvPr>
            <p:cNvSpPr txBox="1"/>
            <p:nvPr/>
          </p:nvSpPr>
          <p:spPr>
            <a:xfrm>
              <a:off x="7356985" y="3158239"/>
              <a:ext cx="809837" cy="276999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rtlCol="0">
              <a:spAutoFit/>
            </a:bodyPr>
            <a:lstStyle/>
            <a:p>
              <a:r>
                <a:rPr kumimoji="1" lang="en-US" altLang="zh-CN" sz="1200" dirty="0"/>
                <a:t>Top</a:t>
              </a:r>
              <a:r>
                <a:rPr kumimoji="1" lang="zh-CN" altLang="en-US" sz="1200" dirty="0"/>
                <a:t> </a:t>
              </a:r>
              <a:r>
                <a:rPr kumimoji="1" lang="en-US" altLang="zh-CN" sz="1200" dirty="0"/>
                <a:t>5000</a:t>
              </a:r>
              <a:endParaRPr kumimoji="1" lang="zh-CN" altLang="en-US" sz="1200" dirty="0"/>
            </a:p>
          </p:txBody>
        </p:sp>
        <p:sp>
          <p:nvSpPr>
            <p:cNvPr id="50" name="文本框 49">
              <a:extLst>
                <a:ext uri="{FF2B5EF4-FFF2-40B4-BE49-F238E27FC236}">
                  <a16:creationId xmlns:a16="http://schemas.microsoft.com/office/drawing/2014/main" id="{611B1DE1-DB09-B84C-F394-2FE131F750E5}"/>
                </a:ext>
              </a:extLst>
            </p:cNvPr>
            <p:cNvSpPr txBox="1"/>
            <p:nvPr/>
          </p:nvSpPr>
          <p:spPr>
            <a:xfrm>
              <a:off x="10324437" y="3158239"/>
              <a:ext cx="891591" cy="276999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rtlCol="0">
              <a:spAutoFit/>
            </a:bodyPr>
            <a:lstStyle/>
            <a:p>
              <a:r>
                <a:rPr kumimoji="1" lang="en-US" altLang="zh-CN" sz="1200" dirty="0"/>
                <a:t>Top</a:t>
              </a:r>
              <a:r>
                <a:rPr kumimoji="1" lang="zh-CN" altLang="en-US" sz="1200" dirty="0"/>
                <a:t> </a:t>
              </a:r>
              <a:r>
                <a:rPr kumimoji="1" lang="en-US" altLang="zh-CN" sz="1200" dirty="0"/>
                <a:t>10000</a:t>
              </a:r>
              <a:endParaRPr kumimoji="1" lang="zh-CN" altLang="en-US" sz="1200" dirty="0"/>
            </a:p>
          </p:txBody>
        </p:sp>
      </p:grpSp>
      <p:grpSp>
        <p:nvGrpSpPr>
          <p:cNvPr id="3" name="组合 2">
            <a:extLst>
              <a:ext uri="{FF2B5EF4-FFF2-40B4-BE49-F238E27FC236}">
                <a16:creationId xmlns:a16="http://schemas.microsoft.com/office/drawing/2014/main" id="{7F9328B9-EA21-45E3-0EA6-470C3B390D1B}"/>
              </a:ext>
            </a:extLst>
          </p:cNvPr>
          <p:cNvGrpSpPr/>
          <p:nvPr/>
        </p:nvGrpSpPr>
        <p:grpSpPr>
          <a:xfrm>
            <a:off x="57004" y="268137"/>
            <a:ext cx="12077991" cy="3180721"/>
            <a:chOff x="50801" y="3631846"/>
            <a:chExt cx="12077991" cy="3180721"/>
          </a:xfrm>
        </p:grpSpPr>
        <p:pic>
          <p:nvPicPr>
            <p:cNvPr id="32" name="图片 31" descr="图示, 维恩图&#10;&#10;AI 生成的内容可能不正确。">
              <a:extLst>
                <a:ext uri="{FF2B5EF4-FFF2-40B4-BE49-F238E27FC236}">
                  <a16:creationId xmlns:a16="http://schemas.microsoft.com/office/drawing/2014/main" id="{534A7699-617F-049C-9FE7-025C11C10E4F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9411674" y="3631846"/>
              <a:ext cx="2717118" cy="3042745"/>
            </a:xfrm>
            <a:prstGeom prst="rect">
              <a:avLst/>
            </a:prstGeom>
          </p:spPr>
        </p:pic>
        <p:pic>
          <p:nvPicPr>
            <p:cNvPr id="34" name="图片 33" descr="图示, 维恩图&#10;&#10;AI 生成的内容可能不正确。">
              <a:extLst>
                <a:ext uri="{FF2B5EF4-FFF2-40B4-BE49-F238E27FC236}">
                  <a16:creationId xmlns:a16="http://schemas.microsoft.com/office/drawing/2014/main" id="{3AE3AD8A-7F0C-ABFA-5876-396733056D09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6376654" y="3631846"/>
              <a:ext cx="2770500" cy="3042745"/>
            </a:xfrm>
            <a:prstGeom prst="rect">
              <a:avLst/>
            </a:prstGeom>
          </p:spPr>
        </p:pic>
        <p:pic>
          <p:nvPicPr>
            <p:cNvPr id="36" name="图片 35" descr="图示, 维恩图&#10;&#10;AI 生成的内容可能不正确。">
              <a:extLst>
                <a:ext uri="{FF2B5EF4-FFF2-40B4-BE49-F238E27FC236}">
                  <a16:creationId xmlns:a16="http://schemas.microsoft.com/office/drawing/2014/main" id="{D99B3AB1-A44E-38D2-70DF-7B47DE5F4DF9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3219119" y="3631846"/>
              <a:ext cx="2893015" cy="3042746"/>
            </a:xfrm>
            <a:prstGeom prst="rect">
              <a:avLst/>
            </a:prstGeom>
          </p:spPr>
        </p:pic>
        <p:pic>
          <p:nvPicPr>
            <p:cNvPr id="38" name="图片 37" descr="图示, 维恩图&#10;&#10;AI 生成的内容可能不正确。">
              <a:extLst>
                <a:ext uri="{FF2B5EF4-FFF2-40B4-BE49-F238E27FC236}">
                  <a16:creationId xmlns:a16="http://schemas.microsoft.com/office/drawing/2014/main" id="{012BF33F-13F1-AD0C-E554-30AD0D69E595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50801" y="3631847"/>
              <a:ext cx="2903709" cy="3042745"/>
            </a:xfrm>
            <a:prstGeom prst="rect">
              <a:avLst/>
            </a:prstGeom>
          </p:spPr>
        </p:pic>
        <p:sp>
          <p:nvSpPr>
            <p:cNvPr id="62" name="矩形 61">
              <a:extLst>
                <a:ext uri="{FF2B5EF4-FFF2-40B4-BE49-F238E27FC236}">
                  <a16:creationId xmlns:a16="http://schemas.microsoft.com/office/drawing/2014/main" id="{D312C81D-1DA4-EFF6-39C3-BBC2A6981FEA}"/>
                </a:ext>
              </a:extLst>
            </p:cNvPr>
            <p:cNvSpPr/>
            <p:nvPr/>
          </p:nvSpPr>
          <p:spPr>
            <a:xfrm>
              <a:off x="847537" y="6416613"/>
              <a:ext cx="10529193" cy="29726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>
                <a:solidFill>
                  <a:schemeClr val="bg1"/>
                </a:solidFill>
              </a:endParaRPr>
            </a:p>
          </p:txBody>
        </p:sp>
        <p:sp>
          <p:nvSpPr>
            <p:cNvPr id="51" name="文本框 50">
              <a:extLst>
                <a:ext uri="{FF2B5EF4-FFF2-40B4-BE49-F238E27FC236}">
                  <a16:creationId xmlns:a16="http://schemas.microsoft.com/office/drawing/2014/main" id="{38987072-F401-5847-8A2A-7E3F9E663B10}"/>
                </a:ext>
              </a:extLst>
            </p:cNvPr>
            <p:cNvSpPr txBox="1"/>
            <p:nvPr/>
          </p:nvSpPr>
          <p:spPr>
            <a:xfrm>
              <a:off x="1138613" y="6535568"/>
              <a:ext cx="728084" cy="276999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rtlCol="0">
              <a:spAutoFit/>
            </a:bodyPr>
            <a:lstStyle/>
            <a:p>
              <a:r>
                <a:rPr kumimoji="1" lang="en-US" altLang="zh-CN" sz="1200" dirty="0"/>
                <a:t>Top</a:t>
              </a:r>
              <a:r>
                <a:rPr kumimoji="1" lang="zh-CN" altLang="en-US" sz="1200" dirty="0"/>
                <a:t> </a:t>
              </a:r>
              <a:r>
                <a:rPr kumimoji="1" lang="en-US" altLang="zh-CN" sz="1200" dirty="0"/>
                <a:t>500</a:t>
              </a:r>
              <a:endParaRPr kumimoji="1" lang="zh-CN" altLang="en-US" sz="1200" dirty="0"/>
            </a:p>
          </p:txBody>
        </p:sp>
        <p:sp>
          <p:nvSpPr>
            <p:cNvPr id="52" name="文本框 51">
              <a:extLst>
                <a:ext uri="{FF2B5EF4-FFF2-40B4-BE49-F238E27FC236}">
                  <a16:creationId xmlns:a16="http://schemas.microsoft.com/office/drawing/2014/main" id="{794E65CA-C12A-C095-EBF8-07787400A0CC}"/>
                </a:ext>
              </a:extLst>
            </p:cNvPr>
            <p:cNvSpPr txBox="1"/>
            <p:nvPr/>
          </p:nvSpPr>
          <p:spPr>
            <a:xfrm>
              <a:off x="4254798" y="6535567"/>
              <a:ext cx="809837" cy="276999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rtlCol="0">
              <a:spAutoFit/>
            </a:bodyPr>
            <a:lstStyle/>
            <a:p>
              <a:r>
                <a:rPr kumimoji="1" lang="en-US" altLang="zh-CN" sz="1200" dirty="0"/>
                <a:t>Top</a:t>
              </a:r>
              <a:r>
                <a:rPr kumimoji="1" lang="zh-CN" altLang="en-US" sz="1200" dirty="0"/>
                <a:t> </a:t>
              </a:r>
              <a:r>
                <a:rPr kumimoji="1" lang="en-US" altLang="zh-CN" sz="1200" dirty="0"/>
                <a:t>1000</a:t>
              </a:r>
              <a:endParaRPr kumimoji="1" lang="zh-CN" altLang="en-US" sz="1200" dirty="0"/>
            </a:p>
          </p:txBody>
        </p:sp>
        <p:sp>
          <p:nvSpPr>
            <p:cNvPr id="53" name="文本框 52">
              <a:extLst>
                <a:ext uri="{FF2B5EF4-FFF2-40B4-BE49-F238E27FC236}">
                  <a16:creationId xmlns:a16="http://schemas.microsoft.com/office/drawing/2014/main" id="{0206FB39-BCEC-73D8-D7BC-E1838E565A81}"/>
                </a:ext>
              </a:extLst>
            </p:cNvPr>
            <p:cNvSpPr txBox="1"/>
            <p:nvPr/>
          </p:nvSpPr>
          <p:spPr>
            <a:xfrm>
              <a:off x="7356985" y="6535566"/>
              <a:ext cx="809837" cy="276999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rtlCol="0">
              <a:spAutoFit/>
            </a:bodyPr>
            <a:lstStyle/>
            <a:p>
              <a:r>
                <a:rPr kumimoji="1" lang="en-US" altLang="zh-CN" sz="1200" dirty="0"/>
                <a:t>Top</a:t>
              </a:r>
              <a:r>
                <a:rPr kumimoji="1" lang="zh-CN" altLang="en-US" sz="1200" dirty="0"/>
                <a:t> </a:t>
              </a:r>
              <a:r>
                <a:rPr kumimoji="1" lang="en-US" altLang="zh-CN" sz="1200" dirty="0"/>
                <a:t>5000</a:t>
              </a:r>
              <a:endParaRPr kumimoji="1" lang="zh-CN" altLang="en-US" sz="1200" dirty="0"/>
            </a:p>
          </p:txBody>
        </p:sp>
        <p:sp>
          <p:nvSpPr>
            <p:cNvPr id="54" name="文本框 53">
              <a:extLst>
                <a:ext uri="{FF2B5EF4-FFF2-40B4-BE49-F238E27FC236}">
                  <a16:creationId xmlns:a16="http://schemas.microsoft.com/office/drawing/2014/main" id="{13A98C99-2AF3-3113-E2ED-A3E221D08998}"/>
                </a:ext>
              </a:extLst>
            </p:cNvPr>
            <p:cNvSpPr txBox="1"/>
            <p:nvPr/>
          </p:nvSpPr>
          <p:spPr>
            <a:xfrm>
              <a:off x="10324437" y="6535566"/>
              <a:ext cx="891591" cy="276999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rtlCol="0">
              <a:spAutoFit/>
            </a:bodyPr>
            <a:lstStyle/>
            <a:p>
              <a:r>
                <a:rPr kumimoji="1" lang="en-US" altLang="zh-CN" sz="1200" dirty="0"/>
                <a:t>Top</a:t>
              </a:r>
              <a:r>
                <a:rPr kumimoji="1" lang="zh-CN" altLang="en-US" sz="1200" dirty="0"/>
                <a:t> </a:t>
              </a:r>
              <a:r>
                <a:rPr kumimoji="1" lang="en-US" altLang="zh-CN" sz="1200" dirty="0"/>
                <a:t>10000</a:t>
              </a:r>
              <a:endParaRPr kumimoji="1" lang="zh-CN" altLang="en-US" sz="1200" dirty="0"/>
            </a:p>
          </p:txBody>
        </p:sp>
      </p:grpSp>
      <p:sp>
        <p:nvSpPr>
          <p:cNvPr id="4" name="文本框 3">
            <a:extLst>
              <a:ext uri="{FF2B5EF4-FFF2-40B4-BE49-F238E27FC236}">
                <a16:creationId xmlns:a16="http://schemas.microsoft.com/office/drawing/2014/main" id="{1BCC73FD-FC05-E12E-B803-C5F31F12B7FC}"/>
              </a:ext>
            </a:extLst>
          </p:cNvPr>
          <p:cNvSpPr txBox="1"/>
          <p:nvPr/>
        </p:nvSpPr>
        <p:spPr>
          <a:xfrm>
            <a:off x="0" y="3329013"/>
            <a:ext cx="32733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2000" dirty="0">
                <a:latin typeface="Arial" panose="020B0604020202020204" pitchFamily="34" charset="0"/>
                <a:ea typeface="SimHei" panose="02010609060101010101" pitchFamily="49" charset="-122"/>
                <a:cs typeface="Arial" panose="020B0604020202020204" pitchFamily="34" charset="0"/>
              </a:rPr>
              <a:t>e</a:t>
            </a:r>
            <a:endParaRPr kumimoji="1" lang="zh-CN" altLang="en-US" sz="2000" dirty="0">
              <a:latin typeface="Arial" panose="020B0604020202020204" pitchFamily="34" charset="0"/>
              <a:ea typeface="SimHe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57" name="文本框 56">
            <a:extLst>
              <a:ext uri="{FF2B5EF4-FFF2-40B4-BE49-F238E27FC236}">
                <a16:creationId xmlns:a16="http://schemas.microsoft.com/office/drawing/2014/main" id="{6D12CB91-4226-6459-0E98-26F74BACE37A}"/>
              </a:ext>
            </a:extLst>
          </p:cNvPr>
          <p:cNvSpPr txBox="1"/>
          <p:nvPr/>
        </p:nvSpPr>
        <p:spPr>
          <a:xfrm>
            <a:off x="2964337" y="3329013"/>
            <a:ext cx="25519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2000" dirty="0">
                <a:latin typeface="Arial" panose="020B0604020202020204" pitchFamily="34" charset="0"/>
                <a:ea typeface="SimHei" panose="02010609060101010101" pitchFamily="49" charset="-122"/>
                <a:cs typeface="Arial" panose="020B0604020202020204" pitchFamily="34" charset="0"/>
              </a:rPr>
              <a:t>f</a:t>
            </a:r>
            <a:endParaRPr kumimoji="1" lang="zh-CN" altLang="en-US" sz="2000" dirty="0">
              <a:latin typeface="Arial" panose="020B0604020202020204" pitchFamily="34" charset="0"/>
              <a:ea typeface="SimHe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59" name="文本框 58">
            <a:extLst>
              <a:ext uri="{FF2B5EF4-FFF2-40B4-BE49-F238E27FC236}">
                <a16:creationId xmlns:a16="http://schemas.microsoft.com/office/drawing/2014/main" id="{D2985C07-C6E8-4DC3-3D5E-C1693E3F7B1A}"/>
              </a:ext>
            </a:extLst>
          </p:cNvPr>
          <p:cNvSpPr txBox="1"/>
          <p:nvPr/>
        </p:nvSpPr>
        <p:spPr>
          <a:xfrm>
            <a:off x="6162933" y="3329013"/>
            <a:ext cx="32733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2000" dirty="0">
                <a:latin typeface="Arial" panose="020B0604020202020204" pitchFamily="34" charset="0"/>
                <a:ea typeface="SimHei" panose="02010609060101010101" pitchFamily="49" charset="-122"/>
                <a:cs typeface="Arial" panose="020B0604020202020204" pitchFamily="34" charset="0"/>
              </a:rPr>
              <a:t>g</a:t>
            </a:r>
            <a:endParaRPr kumimoji="1" lang="zh-CN" altLang="en-US" sz="2000" dirty="0">
              <a:latin typeface="Arial" panose="020B0604020202020204" pitchFamily="34" charset="0"/>
              <a:ea typeface="SimHe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61" name="文本框 60">
            <a:extLst>
              <a:ext uri="{FF2B5EF4-FFF2-40B4-BE49-F238E27FC236}">
                <a16:creationId xmlns:a16="http://schemas.microsoft.com/office/drawing/2014/main" id="{076B1816-DD39-02E2-6243-7B54BB1FD16E}"/>
              </a:ext>
            </a:extLst>
          </p:cNvPr>
          <p:cNvSpPr txBox="1"/>
          <p:nvPr/>
        </p:nvSpPr>
        <p:spPr>
          <a:xfrm>
            <a:off x="9193898" y="3332776"/>
            <a:ext cx="32733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2000" dirty="0">
                <a:latin typeface="Arial" panose="020B0604020202020204" pitchFamily="34" charset="0"/>
                <a:ea typeface="SimHei" panose="02010609060101010101" pitchFamily="49" charset="-122"/>
                <a:cs typeface="Arial" panose="020B0604020202020204" pitchFamily="34" charset="0"/>
              </a:rPr>
              <a:t>h</a:t>
            </a:r>
            <a:endParaRPr kumimoji="1" lang="zh-CN" altLang="en-US" sz="2000" dirty="0">
              <a:latin typeface="Arial" panose="020B0604020202020204" pitchFamily="34" charset="0"/>
              <a:ea typeface="SimHe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E64A3268-B82B-B62D-5D0A-DA3F2697F008}"/>
              </a:ext>
            </a:extLst>
          </p:cNvPr>
          <p:cNvSpPr txBox="1"/>
          <p:nvPr/>
        </p:nvSpPr>
        <p:spPr>
          <a:xfrm>
            <a:off x="0" y="0"/>
            <a:ext cx="32733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2000" dirty="0">
                <a:latin typeface="Arial" panose="020B0604020202020204" pitchFamily="34" charset="0"/>
                <a:ea typeface="SimHei" panose="02010609060101010101" pitchFamily="49" charset="-122"/>
                <a:cs typeface="Arial" panose="020B0604020202020204" pitchFamily="34" charset="0"/>
              </a:rPr>
              <a:t>a</a:t>
            </a:r>
            <a:endParaRPr kumimoji="1" lang="zh-CN" altLang="en-US" sz="2000" dirty="0">
              <a:latin typeface="Arial" panose="020B0604020202020204" pitchFamily="34" charset="0"/>
              <a:ea typeface="SimHe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56" name="文本框 55">
            <a:extLst>
              <a:ext uri="{FF2B5EF4-FFF2-40B4-BE49-F238E27FC236}">
                <a16:creationId xmlns:a16="http://schemas.microsoft.com/office/drawing/2014/main" id="{75D73E7A-879A-67B3-773D-6C8AA60E6D48}"/>
              </a:ext>
            </a:extLst>
          </p:cNvPr>
          <p:cNvSpPr txBox="1"/>
          <p:nvPr/>
        </p:nvSpPr>
        <p:spPr>
          <a:xfrm>
            <a:off x="2964337" y="0"/>
            <a:ext cx="32733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2000" dirty="0">
                <a:latin typeface="Arial" panose="020B0604020202020204" pitchFamily="34" charset="0"/>
                <a:ea typeface="SimHei" panose="02010609060101010101" pitchFamily="49" charset="-122"/>
                <a:cs typeface="Arial" panose="020B0604020202020204" pitchFamily="34" charset="0"/>
              </a:rPr>
              <a:t>b</a:t>
            </a:r>
            <a:endParaRPr kumimoji="1" lang="zh-CN" altLang="en-US" sz="2000" dirty="0">
              <a:latin typeface="Arial" panose="020B0604020202020204" pitchFamily="34" charset="0"/>
              <a:ea typeface="SimHe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58" name="文本框 57">
            <a:extLst>
              <a:ext uri="{FF2B5EF4-FFF2-40B4-BE49-F238E27FC236}">
                <a16:creationId xmlns:a16="http://schemas.microsoft.com/office/drawing/2014/main" id="{080E01B4-68A9-1049-3FE7-2F22A020BC06}"/>
              </a:ext>
            </a:extLst>
          </p:cNvPr>
          <p:cNvSpPr txBox="1"/>
          <p:nvPr/>
        </p:nvSpPr>
        <p:spPr>
          <a:xfrm>
            <a:off x="6162933" y="0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2000" dirty="0">
                <a:latin typeface="Arial" panose="020B0604020202020204" pitchFamily="34" charset="0"/>
                <a:ea typeface="SimHei" panose="02010609060101010101" pitchFamily="49" charset="-122"/>
                <a:cs typeface="Arial" panose="020B0604020202020204" pitchFamily="34" charset="0"/>
              </a:rPr>
              <a:t>c</a:t>
            </a:r>
            <a:endParaRPr kumimoji="1" lang="zh-CN" altLang="en-US" sz="2000" dirty="0">
              <a:latin typeface="Arial" panose="020B0604020202020204" pitchFamily="34" charset="0"/>
              <a:ea typeface="SimHe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60" name="文本框 59">
            <a:extLst>
              <a:ext uri="{FF2B5EF4-FFF2-40B4-BE49-F238E27FC236}">
                <a16:creationId xmlns:a16="http://schemas.microsoft.com/office/drawing/2014/main" id="{14D04EE9-7A58-0CF8-95D1-A3C341389BEA}"/>
              </a:ext>
            </a:extLst>
          </p:cNvPr>
          <p:cNvSpPr txBox="1"/>
          <p:nvPr/>
        </p:nvSpPr>
        <p:spPr>
          <a:xfrm>
            <a:off x="9193898" y="3763"/>
            <a:ext cx="32733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2000" dirty="0">
                <a:latin typeface="Arial" panose="020B0604020202020204" pitchFamily="34" charset="0"/>
                <a:ea typeface="SimHei" panose="02010609060101010101" pitchFamily="49" charset="-122"/>
                <a:cs typeface="Arial" panose="020B0604020202020204" pitchFamily="34" charset="0"/>
              </a:rPr>
              <a:t>d</a:t>
            </a:r>
            <a:endParaRPr kumimoji="1" lang="zh-CN" altLang="en-US" sz="2000" dirty="0">
              <a:latin typeface="Arial" panose="020B0604020202020204" pitchFamily="34" charset="0"/>
              <a:ea typeface="SimHei" panose="02010609060101010101" pitchFamily="49" charset="-122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2576477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34318</TotalTime>
  <Words>25</Words>
  <Application>Microsoft Macintosh PowerPoint</Application>
  <PresentationFormat>宽屏</PresentationFormat>
  <Paragraphs>17</Paragraphs>
  <Slides>1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5" baseType="lpstr">
      <vt:lpstr>等线</vt:lpstr>
      <vt:lpstr>等线 Light</vt:lpstr>
      <vt:lpstr>Arial</vt:lpstr>
      <vt:lpstr>Office 主题​​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明华 徐</dc:creator>
  <cp:lastModifiedBy>明华 徐</cp:lastModifiedBy>
  <cp:revision>72</cp:revision>
  <dcterms:created xsi:type="dcterms:W3CDTF">2025-01-03T06:40:06Z</dcterms:created>
  <dcterms:modified xsi:type="dcterms:W3CDTF">2025-12-16T08:59:21Z</dcterms:modified>
</cp:coreProperties>
</file>