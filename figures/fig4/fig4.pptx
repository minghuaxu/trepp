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3"/>
  </p:notesMasterIdLst>
  <p:sldIdLst>
    <p:sldId id="256" r:id="rId2"/>
  </p:sldIdLst>
  <p:sldSz cx="12192000" cy="68230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4"/>
    <p:restoredTop sz="94694"/>
  </p:normalViewPr>
  <p:slideViewPr>
    <p:cSldViewPr snapToGrid="0">
      <p:cViewPr varScale="1">
        <p:scale>
          <a:sx n="122" d="100"/>
          <a:sy n="122" d="100"/>
        </p:scale>
        <p:origin x="8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29B83-A9AC-D743-9F02-AA50BFE58A0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73100" y="1143000"/>
            <a:ext cx="5511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98C05-DDA5-4A4C-AC6C-48479183D5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8360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73100" y="1143000"/>
            <a:ext cx="5511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98C05-DDA5-4A4C-AC6C-48479183D556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1777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16647"/>
            <a:ext cx="9144000" cy="2375441"/>
          </a:xfrm>
        </p:spPr>
        <p:txBody>
          <a:bodyPr anchor="b"/>
          <a:lstStyle>
            <a:lvl1pPr algn="ctr">
              <a:defRPr sz="59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83694"/>
            <a:ext cx="9144000" cy="1647330"/>
          </a:xfrm>
        </p:spPr>
        <p:txBody>
          <a:bodyPr/>
          <a:lstStyle>
            <a:lvl1pPr marL="0" indent="0" algn="ctr">
              <a:buNone/>
              <a:defRPr sz="2388"/>
            </a:lvl1pPr>
            <a:lvl2pPr marL="454868" indent="0" algn="ctr">
              <a:buNone/>
              <a:defRPr sz="1990"/>
            </a:lvl2pPr>
            <a:lvl3pPr marL="909737" indent="0" algn="ctr">
              <a:buNone/>
              <a:defRPr sz="1791"/>
            </a:lvl3pPr>
            <a:lvl4pPr marL="1364605" indent="0" algn="ctr">
              <a:buNone/>
              <a:defRPr sz="1592"/>
            </a:lvl4pPr>
            <a:lvl5pPr marL="1819473" indent="0" algn="ctr">
              <a:buNone/>
              <a:defRPr sz="1592"/>
            </a:lvl5pPr>
            <a:lvl6pPr marL="2274341" indent="0" algn="ctr">
              <a:buNone/>
              <a:defRPr sz="1592"/>
            </a:lvl6pPr>
            <a:lvl7pPr marL="2729210" indent="0" algn="ctr">
              <a:buNone/>
              <a:defRPr sz="1592"/>
            </a:lvl7pPr>
            <a:lvl8pPr marL="3184078" indent="0" algn="ctr">
              <a:buNone/>
              <a:defRPr sz="1592"/>
            </a:lvl8pPr>
            <a:lvl9pPr marL="3638946" indent="0" algn="ctr">
              <a:buNone/>
              <a:defRPr sz="159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881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2535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1032"/>
            <a:ext cx="10515600" cy="2838209"/>
          </a:xfrm>
        </p:spPr>
        <p:txBody>
          <a:bodyPr anchor="b"/>
          <a:lstStyle>
            <a:lvl1pPr>
              <a:defRPr sz="59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66091"/>
            <a:ext cx="10515600" cy="1492547"/>
          </a:xfrm>
        </p:spPr>
        <p:txBody>
          <a:bodyPr/>
          <a:lstStyle>
            <a:lvl1pPr marL="0" indent="0">
              <a:buNone/>
              <a:defRPr sz="2388">
                <a:solidFill>
                  <a:schemeClr val="tx1">
                    <a:tint val="82000"/>
                  </a:schemeClr>
                </a:solidFill>
              </a:defRPr>
            </a:lvl1pPr>
            <a:lvl2pPr marL="454868" indent="0">
              <a:buNone/>
              <a:defRPr sz="1990">
                <a:solidFill>
                  <a:schemeClr val="tx1">
                    <a:tint val="82000"/>
                  </a:schemeClr>
                </a:solidFill>
              </a:defRPr>
            </a:lvl2pPr>
            <a:lvl3pPr marL="909737" indent="0">
              <a:buNone/>
              <a:defRPr sz="1791">
                <a:solidFill>
                  <a:schemeClr val="tx1">
                    <a:tint val="82000"/>
                  </a:schemeClr>
                </a:solidFill>
              </a:defRPr>
            </a:lvl3pPr>
            <a:lvl4pPr marL="1364605" indent="0">
              <a:buNone/>
              <a:defRPr sz="1592">
                <a:solidFill>
                  <a:schemeClr val="tx1">
                    <a:tint val="82000"/>
                  </a:schemeClr>
                </a:solidFill>
              </a:defRPr>
            </a:lvl4pPr>
            <a:lvl5pPr marL="1819473" indent="0">
              <a:buNone/>
              <a:defRPr sz="1592">
                <a:solidFill>
                  <a:schemeClr val="tx1">
                    <a:tint val="82000"/>
                  </a:schemeClr>
                </a:solidFill>
              </a:defRPr>
            </a:lvl5pPr>
            <a:lvl6pPr marL="2274341" indent="0">
              <a:buNone/>
              <a:defRPr sz="1592">
                <a:solidFill>
                  <a:schemeClr val="tx1">
                    <a:tint val="82000"/>
                  </a:schemeClr>
                </a:solidFill>
              </a:defRPr>
            </a:lvl6pPr>
            <a:lvl7pPr marL="2729210" indent="0">
              <a:buNone/>
              <a:defRPr sz="1592">
                <a:solidFill>
                  <a:schemeClr val="tx1">
                    <a:tint val="82000"/>
                  </a:schemeClr>
                </a:solidFill>
              </a:defRPr>
            </a:lvl7pPr>
            <a:lvl8pPr marL="3184078" indent="0">
              <a:buNone/>
              <a:defRPr sz="1592">
                <a:solidFill>
                  <a:schemeClr val="tx1">
                    <a:tint val="82000"/>
                  </a:schemeClr>
                </a:solidFill>
              </a:defRPr>
            </a:lvl8pPr>
            <a:lvl9pPr marL="3638946" indent="0">
              <a:buNone/>
              <a:defRPr sz="15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1188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16328"/>
            <a:ext cx="5181600" cy="43291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16328"/>
            <a:ext cx="5181600" cy="43291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224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3266"/>
            <a:ext cx="10515600" cy="13188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72602"/>
            <a:ext cx="5157787" cy="819716"/>
          </a:xfrm>
        </p:spPr>
        <p:txBody>
          <a:bodyPr anchor="b"/>
          <a:lstStyle>
            <a:lvl1pPr marL="0" indent="0">
              <a:buNone/>
              <a:defRPr sz="2388" b="1"/>
            </a:lvl1pPr>
            <a:lvl2pPr marL="454868" indent="0">
              <a:buNone/>
              <a:defRPr sz="1990" b="1"/>
            </a:lvl2pPr>
            <a:lvl3pPr marL="909737" indent="0">
              <a:buNone/>
              <a:defRPr sz="1791" b="1"/>
            </a:lvl3pPr>
            <a:lvl4pPr marL="1364605" indent="0">
              <a:buNone/>
              <a:defRPr sz="1592" b="1"/>
            </a:lvl4pPr>
            <a:lvl5pPr marL="1819473" indent="0">
              <a:buNone/>
              <a:defRPr sz="1592" b="1"/>
            </a:lvl5pPr>
            <a:lvl6pPr marL="2274341" indent="0">
              <a:buNone/>
              <a:defRPr sz="1592" b="1"/>
            </a:lvl6pPr>
            <a:lvl7pPr marL="2729210" indent="0">
              <a:buNone/>
              <a:defRPr sz="1592" b="1"/>
            </a:lvl7pPr>
            <a:lvl8pPr marL="3184078" indent="0">
              <a:buNone/>
              <a:defRPr sz="1592" b="1"/>
            </a:lvl8pPr>
            <a:lvl9pPr marL="3638946" indent="0">
              <a:buNone/>
              <a:defRPr sz="15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492318"/>
            <a:ext cx="5157787" cy="36658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72602"/>
            <a:ext cx="5183188" cy="819716"/>
          </a:xfrm>
        </p:spPr>
        <p:txBody>
          <a:bodyPr anchor="b"/>
          <a:lstStyle>
            <a:lvl1pPr marL="0" indent="0">
              <a:buNone/>
              <a:defRPr sz="2388" b="1"/>
            </a:lvl1pPr>
            <a:lvl2pPr marL="454868" indent="0">
              <a:buNone/>
              <a:defRPr sz="1990" b="1"/>
            </a:lvl2pPr>
            <a:lvl3pPr marL="909737" indent="0">
              <a:buNone/>
              <a:defRPr sz="1791" b="1"/>
            </a:lvl3pPr>
            <a:lvl4pPr marL="1364605" indent="0">
              <a:buNone/>
              <a:defRPr sz="1592" b="1"/>
            </a:lvl4pPr>
            <a:lvl5pPr marL="1819473" indent="0">
              <a:buNone/>
              <a:defRPr sz="1592" b="1"/>
            </a:lvl5pPr>
            <a:lvl6pPr marL="2274341" indent="0">
              <a:buNone/>
              <a:defRPr sz="1592" b="1"/>
            </a:lvl6pPr>
            <a:lvl7pPr marL="2729210" indent="0">
              <a:buNone/>
              <a:defRPr sz="1592" b="1"/>
            </a:lvl7pPr>
            <a:lvl8pPr marL="3184078" indent="0">
              <a:buNone/>
              <a:defRPr sz="1592" b="1"/>
            </a:lvl8pPr>
            <a:lvl9pPr marL="3638946" indent="0">
              <a:buNone/>
              <a:defRPr sz="15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492318"/>
            <a:ext cx="5183188" cy="36658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307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065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5974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4872"/>
            <a:ext cx="3932237" cy="1592051"/>
          </a:xfrm>
        </p:spPr>
        <p:txBody>
          <a:bodyPr anchor="b"/>
          <a:lstStyle>
            <a:lvl1pPr>
              <a:defRPr sz="31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2397"/>
            <a:ext cx="6172200" cy="4848806"/>
          </a:xfrm>
        </p:spPr>
        <p:txBody>
          <a:bodyPr/>
          <a:lstStyle>
            <a:lvl1pPr>
              <a:defRPr sz="3184"/>
            </a:lvl1pPr>
            <a:lvl2pPr>
              <a:defRPr sz="2786"/>
            </a:lvl2pPr>
            <a:lvl3pPr>
              <a:defRPr sz="2388"/>
            </a:lvl3pPr>
            <a:lvl4pPr>
              <a:defRPr sz="1990"/>
            </a:lvl4pPr>
            <a:lvl5pPr>
              <a:defRPr sz="1990"/>
            </a:lvl5pPr>
            <a:lvl6pPr>
              <a:defRPr sz="1990"/>
            </a:lvl6pPr>
            <a:lvl7pPr>
              <a:defRPr sz="1990"/>
            </a:lvl7pPr>
            <a:lvl8pPr>
              <a:defRPr sz="1990"/>
            </a:lvl8pPr>
            <a:lvl9pPr>
              <a:defRPr sz="19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46923"/>
            <a:ext cx="3932237" cy="3792177"/>
          </a:xfrm>
        </p:spPr>
        <p:txBody>
          <a:bodyPr/>
          <a:lstStyle>
            <a:lvl1pPr marL="0" indent="0">
              <a:buNone/>
              <a:defRPr sz="1592"/>
            </a:lvl1pPr>
            <a:lvl2pPr marL="454868" indent="0">
              <a:buNone/>
              <a:defRPr sz="1393"/>
            </a:lvl2pPr>
            <a:lvl3pPr marL="909737" indent="0">
              <a:buNone/>
              <a:defRPr sz="1194"/>
            </a:lvl3pPr>
            <a:lvl4pPr marL="1364605" indent="0">
              <a:buNone/>
              <a:defRPr sz="995"/>
            </a:lvl4pPr>
            <a:lvl5pPr marL="1819473" indent="0">
              <a:buNone/>
              <a:defRPr sz="995"/>
            </a:lvl5pPr>
            <a:lvl6pPr marL="2274341" indent="0">
              <a:buNone/>
              <a:defRPr sz="995"/>
            </a:lvl6pPr>
            <a:lvl7pPr marL="2729210" indent="0">
              <a:buNone/>
              <a:defRPr sz="995"/>
            </a:lvl7pPr>
            <a:lvl8pPr marL="3184078" indent="0">
              <a:buNone/>
              <a:defRPr sz="995"/>
            </a:lvl8pPr>
            <a:lvl9pPr marL="3638946" indent="0">
              <a:buNone/>
              <a:defRPr sz="99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836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4872"/>
            <a:ext cx="3932237" cy="1592051"/>
          </a:xfrm>
        </p:spPr>
        <p:txBody>
          <a:bodyPr anchor="b"/>
          <a:lstStyle>
            <a:lvl1pPr>
              <a:defRPr sz="31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2397"/>
            <a:ext cx="6172200" cy="4848806"/>
          </a:xfrm>
        </p:spPr>
        <p:txBody>
          <a:bodyPr anchor="t"/>
          <a:lstStyle>
            <a:lvl1pPr marL="0" indent="0">
              <a:buNone/>
              <a:defRPr sz="3184"/>
            </a:lvl1pPr>
            <a:lvl2pPr marL="454868" indent="0">
              <a:buNone/>
              <a:defRPr sz="2786"/>
            </a:lvl2pPr>
            <a:lvl3pPr marL="909737" indent="0">
              <a:buNone/>
              <a:defRPr sz="2388"/>
            </a:lvl3pPr>
            <a:lvl4pPr marL="1364605" indent="0">
              <a:buNone/>
              <a:defRPr sz="1990"/>
            </a:lvl4pPr>
            <a:lvl5pPr marL="1819473" indent="0">
              <a:buNone/>
              <a:defRPr sz="1990"/>
            </a:lvl5pPr>
            <a:lvl6pPr marL="2274341" indent="0">
              <a:buNone/>
              <a:defRPr sz="1990"/>
            </a:lvl6pPr>
            <a:lvl7pPr marL="2729210" indent="0">
              <a:buNone/>
              <a:defRPr sz="1990"/>
            </a:lvl7pPr>
            <a:lvl8pPr marL="3184078" indent="0">
              <a:buNone/>
              <a:defRPr sz="1990"/>
            </a:lvl8pPr>
            <a:lvl9pPr marL="3638946" indent="0">
              <a:buNone/>
              <a:defRPr sz="199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46923"/>
            <a:ext cx="3932237" cy="3792177"/>
          </a:xfrm>
        </p:spPr>
        <p:txBody>
          <a:bodyPr/>
          <a:lstStyle>
            <a:lvl1pPr marL="0" indent="0">
              <a:buNone/>
              <a:defRPr sz="1592"/>
            </a:lvl1pPr>
            <a:lvl2pPr marL="454868" indent="0">
              <a:buNone/>
              <a:defRPr sz="1393"/>
            </a:lvl2pPr>
            <a:lvl3pPr marL="909737" indent="0">
              <a:buNone/>
              <a:defRPr sz="1194"/>
            </a:lvl3pPr>
            <a:lvl4pPr marL="1364605" indent="0">
              <a:buNone/>
              <a:defRPr sz="995"/>
            </a:lvl4pPr>
            <a:lvl5pPr marL="1819473" indent="0">
              <a:buNone/>
              <a:defRPr sz="995"/>
            </a:lvl5pPr>
            <a:lvl6pPr marL="2274341" indent="0">
              <a:buNone/>
              <a:defRPr sz="995"/>
            </a:lvl6pPr>
            <a:lvl7pPr marL="2729210" indent="0">
              <a:buNone/>
              <a:defRPr sz="995"/>
            </a:lvl7pPr>
            <a:lvl8pPr marL="3184078" indent="0">
              <a:buNone/>
              <a:defRPr sz="995"/>
            </a:lvl8pPr>
            <a:lvl9pPr marL="3638946" indent="0">
              <a:buNone/>
              <a:defRPr sz="99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6333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470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3265"/>
            <a:ext cx="2628900" cy="578224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3265"/>
            <a:ext cx="7734300" cy="578224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8245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3266"/>
            <a:ext cx="10515600" cy="13188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16328"/>
            <a:ext cx="10515600" cy="4329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23980"/>
            <a:ext cx="2743200" cy="36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23980"/>
            <a:ext cx="4114800" cy="36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23980"/>
            <a:ext cx="2743200" cy="36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543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09737" rtl="0" eaLnBrk="1" latinLnBrk="0" hangingPunct="1">
        <a:lnSpc>
          <a:spcPct val="90000"/>
        </a:lnSpc>
        <a:spcBef>
          <a:spcPct val="0"/>
        </a:spcBef>
        <a:buNone/>
        <a:defRPr sz="43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434" indent="-227434" algn="l" defTabSz="909737" rtl="0" eaLnBrk="1" latinLnBrk="0" hangingPunct="1">
        <a:lnSpc>
          <a:spcPct val="90000"/>
        </a:lnSpc>
        <a:spcBef>
          <a:spcPts val="995"/>
        </a:spcBef>
        <a:buFont typeface="Arial" panose="020B0604020202020204" pitchFamily="34" charset="0"/>
        <a:buChar char="•"/>
        <a:defRPr sz="2786" kern="1200">
          <a:solidFill>
            <a:schemeClr val="tx1"/>
          </a:solidFill>
          <a:latin typeface="+mn-lt"/>
          <a:ea typeface="+mn-ea"/>
          <a:cs typeface="+mn-cs"/>
        </a:defRPr>
      </a:lvl1pPr>
      <a:lvl2pPr marL="682302" indent="-227434" algn="l" defTabSz="909737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2388" kern="1200">
          <a:solidFill>
            <a:schemeClr val="tx1"/>
          </a:solidFill>
          <a:latin typeface="+mn-lt"/>
          <a:ea typeface="+mn-ea"/>
          <a:cs typeface="+mn-cs"/>
        </a:defRPr>
      </a:lvl2pPr>
      <a:lvl3pPr marL="1137171" indent="-227434" algn="l" defTabSz="909737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990" kern="1200">
          <a:solidFill>
            <a:schemeClr val="tx1"/>
          </a:solidFill>
          <a:latin typeface="+mn-lt"/>
          <a:ea typeface="+mn-ea"/>
          <a:cs typeface="+mn-cs"/>
        </a:defRPr>
      </a:lvl3pPr>
      <a:lvl4pPr marL="1592039" indent="-227434" algn="l" defTabSz="909737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1" kern="1200">
          <a:solidFill>
            <a:schemeClr val="tx1"/>
          </a:solidFill>
          <a:latin typeface="+mn-lt"/>
          <a:ea typeface="+mn-ea"/>
          <a:cs typeface="+mn-cs"/>
        </a:defRPr>
      </a:lvl4pPr>
      <a:lvl5pPr marL="2046907" indent="-227434" algn="l" defTabSz="909737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1" kern="1200">
          <a:solidFill>
            <a:schemeClr val="tx1"/>
          </a:solidFill>
          <a:latin typeface="+mn-lt"/>
          <a:ea typeface="+mn-ea"/>
          <a:cs typeface="+mn-cs"/>
        </a:defRPr>
      </a:lvl5pPr>
      <a:lvl6pPr marL="2501776" indent="-227434" algn="l" defTabSz="909737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1" kern="1200">
          <a:solidFill>
            <a:schemeClr val="tx1"/>
          </a:solidFill>
          <a:latin typeface="+mn-lt"/>
          <a:ea typeface="+mn-ea"/>
          <a:cs typeface="+mn-cs"/>
        </a:defRPr>
      </a:lvl6pPr>
      <a:lvl7pPr marL="2956644" indent="-227434" algn="l" defTabSz="909737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1" kern="1200">
          <a:solidFill>
            <a:schemeClr val="tx1"/>
          </a:solidFill>
          <a:latin typeface="+mn-lt"/>
          <a:ea typeface="+mn-ea"/>
          <a:cs typeface="+mn-cs"/>
        </a:defRPr>
      </a:lvl7pPr>
      <a:lvl8pPr marL="3411512" indent="-227434" algn="l" defTabSz="909737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1" kern="1200">
          <a:solidFill>
            <a:schemeClr val="tx1"/>
          </a:solidFill>
          <a:latin typeface="+mn-lt"/>
          <a:ea typeface="+mn-ea"/>
          <a:cs typeface="+mn-cs"/>
        </a:defRPr>
      </a:lvl8pPr>
      <a:lvl9pPr marL="3866380" indent="-227434" algn="l" defTabSz="909737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9737" rtl="0" eaLnBrk="1" latinLnBrk="0" hangingPunct="1">
        <a:defRPr sz="1791" kern="1200">
          <a:solidFill>
            <a:schemeClr val="tx1"/>
          </a:solidFill>
          <a:latin typeface="+mn-lt"/>
          <a:ea typeface="+mn-ea"/>
          <a:cs typeface="+mn-cs"/>
        </a:defRPr>
      </a:lvl1pPr>
      <a:lvl2pPr marL="454868" algn="l" defTabSz="909737" rtl="0" eaLnBrk="1" latinLnBrk="0" hangingPunct="1">
        <a:defRPr sz="1791" kern="1200">
          <a:solidFill>
            <a:schemeClr val="tx1"/>
          </a:solidFill>
          <a:latin typeface="+mn-lt"/>
          <a:ea typeface="+mn-ea"/>
          <a:cs typeface="+mn-cs"/>
        </a:defRPr>
      </a:lvl2pPr>
      <a:lvl3pPr marL="909737" algn="l" defTabSz="909737" rtl="0" eaLnBrk="1" latinLnBrk="0" hangingPunct="1">
        <a:defRPr sz="1791" kern="1200">
          <a:solidFill>
            <a:schemeClr val="tx1"/>
          </a:solidFill>
          <a:latin typeface="+mn-lt"/>
          <a:ea typeface="+mn-ea"/>
          <a:cs typeface="+mn-cs"/>
        </a:defRPr>
      </a:lvl3pPr>
      <a:lvl4pPr marL="1364605" algn="l" defTabSz="909737" rtl="0" eaLnBrk="1" latinLnBrk="0" hangingPunct="1">
        <a:defRPr sz="1791" kern="1200">
          <a:solidFill>
            <a:schemeClr val="tx1"/>
          </a:solidFill>
          <a:latin typeface="+mn-lt"/>
          <a:ea typeface="+mn-ea"/>
          <a:cs typeface="+mn-cs"/>
        </a:defRPr>
      </a:lvl4pPr>
      <a:lvl5pPr marL="1819473" algn="l" defTabSz="909737" rtl="0" eaLnBrk="1" latinLnBrk="0" hangingPunct="1">
        <a:defRPr sz="1791" kern="1200">
          <a:solidFill>
            <a:schemeClr val="tx1"/>
          </a:solidFill>
          <a:latin typeface="+mn-lt"/>
          <a:ea typeface="+mn-ea"/>
          <a:cs typeface="+mn-cs"/>
        </a:defRPr>
      </a:lvl5pPr>
      <a:lvl6pPr marL="2274341" algn="l" defTabSz="909737" rtl="0" eaLnBrk="1" latinLnBrk="0" hangingPunct="1">
        <a:defRPr sz="1791" kern="1200">
          <a:solidFill>
            <a:schemeClr val="tx1"/>
          </a:solidFill>
          <a:latin typeface="+mn-lt"/>
          <a:ea typeface="+mn-ea"/>
          <a:cs typeface="+mn-cs"/>
        </a:defRPr>
      </a:lvl6pPr>
      <a:lvl7pPr marL="2729210" algn="l" defTabSz="909737" rtl="0" eaLnBrk="1" latinLnBrk="0" hangingPunct="1">
        <a:defRPr sz="1791" kern="1200">
          <a:solidFill>
            <a:schemeClr val="tx1"/>
          </a:solidFill>
          <a:latin typeface="+mn-lt"/>
          <a:ea typeface="+mn-ea"/>
          <a:cs typeface="+mn-cs"/>
        </a:defRPr>
      </a:lvl7pPr>
      <a:lvl8pPr marL="3184078" algn="l" defTabSz="909737" rtl="0" eaLnBrk="1" latinLnBrk="0" hangingPunct="1">
        <a:defRPr sz="1791" kern="1200">
          <a:solidFill>
            <a:schemeClr val="tx1"/>
          </a:solidFill>
          <a:latin typeface="+mn-lt"/>
          <a:ea typeface="+mn-ea"/>
          <a:cs typeface="+mn-cs"/>
        </a:defRPr>
      </a:lvl8pPr>
      <a:lvl9pPr marL="3638946" algn="l" defTabSz="909737" rtl="0" eaLnBrk="1" latinLnBrk="0" hangingPunct="1">
        <a:defRPr sz="17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表, 条形图&#10;&#10;AI 生成的内容可能不正确。">
            <a:extLst>
              <a:ext uri="{FF2B5EF4-FFF2-40B4-BE49-F238E27FC236}">
                <a16:creationId xmlns:a16="http://schemas.microsoft.com/office/drawing/2014/main" id="{2386199E-BF64-ECF2-0592-52DD5E12F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068"/>
            <a:ext cx="5995148" cy="6688007"/>
          </a:xfrm>
          <a:prstGeom prst="rect">
            <a:avLst/>
          </a:prstGeom>
        </p:spPr>
      </p:pic>
      <p:pic>
        <p:nvPicPr>
          <p:cNvPr id="19" name="图片 18" descr="图表&#10;&#10;AI 生成的内容可能不正确。">
            <a:extLst>
              <a:ext uri="{FF2B5EF4-FFF2-40B4-BE49-F238E27FC236}">
                <a16:creationId xmlns:a16="http://schemas.microsoft.com/office/drawing/2014/main" id="{E2BB5F94-F20B-C292-4EEA-4193EA9F4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1376" y="135067"/>
            <a:ext cx="6110625" cy="6688007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4F31EF84-F46D-EE1D-9DC2-D7B33D0779B9}"/>
              </a:ext>
            </a:extLst>
          </p:cNvPr>
          <p:cNvSpPr txBox="1"/>
          <p:nvPr/>
        </p:nvSpPr>
        <p:spPr>
          <a:xfrm>
            <a:off x="0" y="15410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zh-CN" altLang="en-US" sz="2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A4A9A1-E0CD-8731-21B5-7256659A77D7}"/>
              </a:ext>
            </a:extLst>
          </p:cNvPr>
          <p:cNvSpPr txBox="1"/>
          <p:nvPr/>
        </p:nvSpPr>
        <p:spPr>
          <a:xfrm>
            <a:off x="6196854" y="15410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b</a:t>
            </a:r>
            <a:endParaRPr kumimoji="1" lang="zh-CN" altLang="en-US" sz="2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797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</TotalTime>
  <Words>3</Words>
  <Application>Microsoft Macintosh PowerPoint</Application>
  <PresentationFormat>自定义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明华 徐</dc:creator>
  <cp:lastModifiedBy>明华 徐</cp:lastModifiedBy>
  <cp:revision>12</cp:revision>
  <dcterms:created xsi:type="dcterms:W3CDTF">2025-03-21T13:54:39Z</dcterms:created>
  <dcterms:modified xsi:type="dcterms:W3CDTF">2025-12-13T21:14:47Z</dcterms:modified>
</cp:coreProperties>
</file>