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12192000" cy="433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3"/>
    <p:restoredTop sz="94694"/>
  </p:normalViewPr>
  <p:slideViewPr>
    <p:cSldViewPr snapToGrid="0">
      <p:cViewPr varScale="1">
        <p:scale>
          <a:sx n="112" d="100"/>
          <a:sy n="112" d="100"/>
        </p:scale>
        <p:origin x="21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1B83B-F04F-F44F-8FA1-5565A32F79CA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906463" y="1143000"/>
            <a:ext cx="8670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611C8-A478-7243-BF75-F5081B9C828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993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611C8-A478-7243-BF75-F5081B9C828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7888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10050"/>
            <a:ext cx="9144000" cy="1510489"/>
          </a:xfrm>
        </p:spPr>
        <p:txBody>
          <a:bodyPr anchor="b"/>
          <a:lstStyle>
            <a:lvl1pPr algn="ctr">
              <a:defRPr sz="37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78789"/>
            <a:ext cx="9144000" cy="1047500"/>
          </a:xfrm>
        </p:spPr>
        <p:txBody>
          <a:bodyPr/>
          <a:lstStyle>
            <a:lvl1pPr marL="0" indent="0" algn="ctr">
              <a:buNone/>
              <a:defRPr sz="1518"/>
            </a:lvl1pPr>
            <a:lvl2pPr marL="289225" indent="0" algn="ctr">
              <a:buNone/>
              <a:defRPr sz="1265"/>
            </a:lvl2pPr>
            <a:lvl3pPr marL="578449" indent="0" algn="ctr">
              <a:buNone/>
              <a:defRPr sz="1139"/>
            </a:lvl3pPr>
            <a:lvl4pPr marL="867674" indent="0" algn="ctr">
              <a:buNone/>
              <a:defRPr sz="1012"/>
            </a:lvl4pPr>
            <a:lvl5pPr marL="1156899" indent="0" algn="ctr">
              <a:buNone/>
              <a:defRPr sz="1012"/>
            </a:lvl5pPr>
            <a:lvl6pPr marL="1446124" indent="0" algn="ctr">
              <a:buNone/>
              <a:defRPr sz="1012"/>
            </a:lvl6pPr>
            <a:lvl7pPr marL="1735348" indent="0" algn="ctr">
              <a:buNone/>
              <a:defRPr sz="1012"/>
            </a:lvl7pPr>
            <a:lvl8pPr marL="2024573" indent="0" algn="ctr">
              <a:buNone/>
              <a:defRPr sz="1012"/>
            </a:lvl8pPr>
            <a:lvl9pPr marL="2313798" indent="0" algn="ctr">
              <a:buNone/>
              <a:defRPr sz="101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799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719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81647"/>
            <a:ext cx="10515600" cy="1804753"/>
          </a:xfrm>
        </p:spPr>
        <p:txBody>
          <a:bodyPr anchor="b"/>
          <a:lstStyle>
            <a:lvl1pPr>
              <a:defRPr sz="37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03473"/>
            <a:ext cx="10515600" cy="949077"/>
          </a:xfrm>
        </p:spPr>
        <p:txBody>
          <a:bodyPr/>
          <a:lstStyle>
            <a:lvl1pPr marL="0" indent="0">
              <a:buNone/>
              <a:defRPr sz="1518">
                <a:solidFill>
                  <a:schemeClr val="tx1">
                    <a:tint val="82000"/>
                  </a:schemeClr>
                </a:solidFill>
              </a:defRPr>
            </a:lvl1pPr>
            <a:lvl2pPr marL="289225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2pPr>
            <a:lvl3pPr marL="578449" indent="0">
              <a:buNone/>
              <a:defRPr sz="1139">
                <a:solidFill>
                  <a:schemeClr val="tx1">
                    <a:tint val="82000"/>
                  </a:schemeClr>
                </a:solidFill>
              </a:defRPr>
            </a:lvl3pPr>
            <a:lvl4pPr marL="867674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4pPr>
            <a:lvl5pPr marL="1156899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5pPr>
            <a:lvl6pPr marL="1446124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6pPr>
            <a:lvl7pPr marL="1735348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7pPr>
            <a:lvl8pPr marL="2024573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8pPr>
            <a:lvl9pPr marL="2313798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812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54961"/>
            <a:ext cx="5181600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54961"/>
            <a:ext cx="5181600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723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0993"/>
            <a:ext cx="10515600" cy="8386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63569"/>
            <a:ext cx="5157787" cy="521239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225" indent="0">
              <a:buNone/>
              <a:defRPr sz="1265" b="1"/>
            </a:lvl2pPr>
            <a:lvl3pPr marL="578449" indent="0">
              <a:buNone/>
              <a:defRPr sz="1139" b="1"/>
            </a:lvl3pPr>
            <a:lvl4pPr marL="867674" indent="0">
              <a:buNone/>
              <a:defRPr sz="1012" b="1"/>
            </a:lvl4pPr>
            <a:lvl5pPr marL="1156899" indent="0">
              <a:buNone/>
              <a:defRPr sz="1012" b="1"/>
            </a:lvl5pPr>
            <a:lvl6pPr marL="1446124" indent="0">
              <a:buNone/>
              <a:defRPr sz="1012" b="1"/>
            </a:lvl6pPr>
            <a:lvl7pPr marL="1735348" indent="0">
              <a:buNone/>
              <a:defRPr sz="1012" b="1"/>
            </a:lvl7pPr>
            <a:lvl8pPr marL="2024573" indent="0">
              <a:buNone/>
              <a:defRPr sz="1012" b="1"/>
            </a:lvl8pPr>
            <a:lvl9pPr marL="2313798" indent="0">
              <a:buNone/>
              <a:defRPr sz="10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84808"/>
            <a:ext cx="5157787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63569"/>
            <a:ext cx="5183188" cy="521239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225" indent="0">
              <a:buNone/>
              <a:defRPr sz="1265" b="1"/>
            </a:lvl2pPr>
            <a:lvl3pPr marL="578449" indent="0">
              <a:buNone/>
              <a:defRPr sz="1139" b="1"/>
            </a:lvl3pPr>
            <a:lvl4pPr marL="867674" indent="0">
              <a:buNone/>
              <a:defRPr sz="1012" b="1"/>
            </a:lvl4pPr>
            <a:lvl5pPr marL="1156899" indent="0">
              <a:buNone/>
              <a:defRPr sz="1012" b="1"/>
            </a:lvl5pPr>
            <a:lvl6pPr marL="1446124" indent="0">
              <a:buNone/>
              <a:defRPr sz="1012" b="1"/>
            </a:lvl6pPr>
            <a:lvl7pPr marL="1735348" indent="0">
              <a:buNone/>
              <a:defRPr sz="1012" b="1"/>
            </a:lvl7pPr>
            <a:lvl8pPr marL="2024573" indent="0">
              <a:buNone/>
              <a:defRPr sz="1012" b="1"/>
            </a:lvl8pPr>
            <a:lvl9pPr marL="2313798" indent="0">
              <a:buNone/>
              <a:defRPr sz="10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84808"/>
            <a:ext cx="5183188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106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23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563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9242"/>
            <a:ext cx="3932237" cy="1012349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24684"/>
            <a:ext cx="6172200" cy="3083245"/>
          </a:xfrm>
        </p:spPr>
        <p:txBody>
          <a:bodyPr/>
          <a:lstStyle>
            <a:lvl1pPr>
              <a:defRPr sz="2024"/>
            </a:lvl1pPr>
            <a:lvl2pPr>
              <a:defRPr sz="1771"/>
            </a:lvl2pPr>
            <a:lvl3pPr>
              <a:defRPr sz="1518"/>
            </a:lvl3pPr>
            <a:lvl4pPr>
              <a:defRPr sz="1265"/>
            </a:lvl4pPr>
            <a:lvl5pPr>
              <a:defRPr sz="1265"/>
            </a:lvl5pPr>
            <a:lvl6pPr>
              <a:defRPr sz="1265"/>
            </a:lvl6pPr>
            <a:lvl7pPr>
              <a:defRPr sz="1265"/>
            </a:lvl7pPr>
            <a:lvl8pPr>
              <a:defRPr sz="1265"/>
            </a:lvl8pPr>
            <a:lvl9pPr>
              <a:defRPr sz="12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01591"/>
            <a:ext cx="3932237" cy="2411359"/>
          </a:xfrm>
        </p:spPr>
        <p:txBody>
          <a:bodyPr/>
          <a:lstStyle>
            <a:lvl1pPr marL="0" indent="0">
              <a:buNone/>
              <a:defRPr sz="1012"/>
            </a:lvl1pPr>
            <a:lvl2pPr marL="289225" indent="0">
              <a:buNone/>
              <a:defRPr sz="886"/>
            </a:lvl2pPr>
            <a:lvl3pPr marL="578449" indent="0">
              <a:buNone/>
              <a:defRPr sz="759"/>
            </a:lvl3pPr>
            <a:lvl4pPr marL="867674" indent="0">
              <a:buNone/>
              <a:defRPr sz="633"/>
            </a:lvl4pPr>
            <a:lvl5pPr marL="1156899" indent="0">
              <a:buNone/>
              <a:defRPr sz="633"/>
            </a:lvl5pPr>
            <a:lvl6pPr marL="1446124" indent="0">
              <a:buNone/>
              <a:defRPr sz="633"/>
            </a:lvl6pPr>
            <a:lvl7pPr marL="1735348" indent="0">
              <a:buNone/>
              <a:defRPr sz="633"/>
            </a:lvl7pPr>
            <a:lvl8pPr marL="2024573" indent="0">
              <a:buNone/>
              <a:defRPr sz="633"/>
            </a:lvl8pPr>
            <a:lvl9pPr marL="2313798" indent="0">
              <a:buNone/>
              <a:defRPr sz="6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9242"/>
            <a:ext cx="3932237" cy="1012349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24684"/>
            <a:ext cx="6172200" cy="3083245"/>
          </a:xfrm>
        </p:spPr>
        <p:txBody>
          <a:bodyPr anchor="t"/>
          <a:lstStyle>
            <a:lvl1pPr marL="0" indent="0">
              <a:buNone/>
              <a:defRPr sz="2024"/>
            </a:lvl1pPr>
            <a:lvl2pPr marL="289225" indent="0">
              <a:buNone/>
              <a:defRPr sz="1771"/>
            </a:lvl2pPr>
            <a:lvl3pPr marL="578449" indent="0">
              <a:buNone/>
              <a:defRPr sz="1518"/>
            </a:lvl3pPr>
            <a:lvl4pPr marL="867674" indent="0">
              <a:buNone/>
              <a:defRPr sz="1265"/>
            </a:lvl4pPr>
            <a:lvl5pPr marL="1156899" indent="0">
              <a:buNone/>
              <a:defRPr sz="1265"/>
            </a:lvl5pPr>
            <a:lvl6pPr marL="1446124" indent="0">
              <a:buNone/>
              <a:defRPr sz="1265"/>
            </a:lvl6pPr>
            <a:lvl7pPr marL="1735348" indent="0">
              <a:buNone/>
              <a:defRPr sz="1265"/>
            </a:lvl7pPr>
            <a:lvl8pPr marL="2024573" indent="0">
              <a:buNone/>
              <a:defRPr sz="1265"/>
            </a:lvl8pPr>
            <a:lvl9pPr marL="2313798" indent="0">
              <a:buNone/>
              <a:defRPr sz="12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01591"/>
            <a:ext cx="3932237" cy="2411359"/>
          </a:xfrm>
        </p:spPr>
        <p:txBody>
          <a:bodyPr/>
          <a:lstStyle>
            <a:lvl1pPr marL="0" indent="0">
              <a:buNone/>
              <a:defRPr sz="1012"/>
            </a:lvl1pPr>
            <a:lvl2pPr marL="289225" indent="0">
              <a:buNone/>
              <a:defRPr sz="886"/>
            </a:lvl2pPr>
            <a:lvl3pPr marL="578449" indent="0">
              <a:buNone/>
              <a:defRPr sz="759"/>
            </a:lvl3pPr>
            <a:lvl4pPr marL="867674" indent="0">
              <a:buNone/>
              <a:defRPr sz="633"/>
            </a:lvl4pPr>
            <a:lvl5pPr marL="1156899" indent="0">
              <a:buNone/>
              <a:defRPr sz="633"/>
            </a:lvl5pPr>
            <a:lvl6pPr marL="1446124" indent="0">
              <a:buNone/>
              <a:defRPr sz="633"/>
            </a:lvl6pPr>
            <a:lvl7pPr marL="1735348" indent="0">
              <a:buNone/>
              <a:defRPr sz="633"/>
            </a:lvl7pPr>
            <a:lvl8pPr marL="2024573" indent="0">
              <a:buNone/>
              <a:defRPr sz="633"/>
            </a:lvl8pPr>
            <a:lvl9pPr marL="2313798" indent="0">
              <a:buNone/>
              <a:defRPr sz="6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273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078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30992"/>
            <a:ext cx="2628900" cy="36767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30992"/>
            <a:ext cx="7734300" cy="36767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867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0993"/>
            <a:ext cx="10515600" cy="83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4961"/>
            <a:ext cx="10515600" cy="2752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021275"/>
            <a:ext cx="2743200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021275"/>
            <a:ext cx="4114800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021275"/>
            <a:ext cx="2743200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355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8449" rtl="0" eaLnBrk="1" latinLnBrk="0" hangingPunct="1">
        <a:lnSpc>
          <a:spcPct val="90000"/>
        </a:lnSpc>
        <a:spcBef>
          <a:spcPct val="0"/>
        </a:spcBef>
        <a:buNone/>
        <a:defRPr sz="27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612" indent="-144612" algn="l" defTabSz="578449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1771" kern="1200">
          <a:solidFill>
            <a:schemeClr val="tx1"/>
          </a:solidFill>
          <a:latin typeface="+mn-lt"/>
          <a:ea typeface="+mn-ea"/>
          <a:cs typeface="+mn-cs"/>
        </a:defRPr>
      </a:lvl1pPr>
      <a:lvl2pPr marL="433837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8" kern="1200">
          <a:solidFill>
            <a:schemeClr val="tx1"/>
          </a:solidFill>
          <a:latin typeface="+mn-lt"/>
          <a:ea typeface="+mn-ea"/>
          <a:cs typeface="+mn-cs"/>
        </a:defRPr>
      </a:lvl2pPr>
      <a:lvl3pPr marL="723062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5" kern="1200">
          <a:solidFill>
            <a:schemeClr val="tx1"/>
          </a:solidFill>
          <a:latin typeface="+mn-lt"/>
          <a:ea typeface="+mn-ea"/>
          <a:cs typeface="+mn-cs"/>
        </a:defRPr>
      </a:lvl3pPr>
      <a:lvl4pPr marL="1012287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4pPr>
      <a:lvl5pPr marL="1301511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5pPr>
      <a:lvl6pPr marL="1590736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6pPr>
      <a:lvl7pPr marL="1879961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7pPr>
      <a:lvl8pPr marL="2169185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8pPr>
      <a:lvl9pPr marL="2458410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1pPr>
      <a:lvl2pPr marL="289225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2pPr>
      <a:lvl3pPr marL="578449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3pPr>
      <a:lvl4pPr marL="867674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4pPr>
      <a:lvl5pPr marL="1156899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5pPr>
      <a:lvl6pPr marL="1446124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6pPr>
      <a:lvl7pPr marL="1735348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7pPr>
      <a:lvl8pPr marL="2024573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8pPr>
      <a:lvl9pPr marL="2313798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0FEFE4C5-DE4D-E81C-AD10-1B5E6BE80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73"/>
          <a:stretch/>
        </p:blipFill>
        <p:spPr>
          <a:xfrm>
            <a:off x="4037181" y="375797"/>
            <a:ext cx="8114859" cy="3965183"/>
          </a:xfrm>
          <a:prstGeom prst="rect">
            <a:avLst/>
          </a:prstGeom>
        </p:spPr>
      </p:pic>
      <p:pic>
        <p:nvPicPr>
          <p:cNvPr id="20" name="图片 19" descr="图表, 条形图&#10;&#10;AI 生成的内容可能不正确。">
            <a:extLst>
              <a:ext uri="{FF2B5EF4-FFF2-40B4-BE49-F238E27FC236}">
                <a16:creationId xmlns:a16="http://schemas.microsoft.com/office/drawing/2014/main" id="{7FD47462-BEC9-7173-1131-5D0A49B84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" y="316310"/>
            <a:ext cx="4022328" cy="402232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DC6D554-A4D6-78CE-169A-7166CBE8A9AA}"/>
              </a:ext>
            </a:extLst>
          </p:cNvPr>
          <p:cNvSpPr txBox="1"/>
          <p:nvPr/>
        </p:nvSpPr>
        <p:spPr>
          <a:xfrm>
            <a:off x="0" y="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8D0AEC-93D6-B37B-1E5D-7558360A9E1E}"/>
              </a:ext>
            </a:extLst>
          </p:cNvPr>
          <p:cNvSpPr txBox="1"/>
          <p:nvPr/>
        </p:nvSpPr>
        <p:spPr>
          <a:xfrm>
            <a:off x="4137394" y="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402FCC-A022-49E7-BEF0-861EA235E390}"/>
              </a:ext>
            </a:extLst>
          </p:cNvPr>
          <p:cNvSpPr txBox="1"/>
          <p:nvPr/>
        </p:nvSpPr>
        <p:spPr>
          <a:xfrm>
            <a:off x="8116245" y="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0729F5-FEC4-35FB-28F8-33EA7162F6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5359"/>
          <a:stretch/>
        </p:blipFill>
        <p:spPr>
          <a:xfrm>
            <a:off x="568929" y="4091750"/>
            <a:ext cx="3608736" cy="2468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0A30C1E-6ED5-3B86-4E73-0D093D0FB1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379" r="28182"/>
          <a:stretch/>
        </p:blipFill>
        <p:spPr>
          <a:xfrm>
            <a:off x="1692164" y="4091749"/>
            <a:ext cx="1383031" cy="2468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548F01-3E15-1478-1EE1-02F41D7135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016" t="-4592"/>
          <a:stretch/>
        </p:blipFill>
        <p:spPr>
          <a:xfrm>
            <a:off x="3085217" y="4080415"/>
            <a:ext cx="681494" cy="2582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7771431-C2CA-8EAA-7732-C95AC5F1ED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699" r="17314" b="10190"/>
          <a:stretch/>
        </p:blipFill>
        <p:spPr>
          <a:xfrm>
            <a:off x="25979" y="1920826"/>
            <a:ext cx="197359" cy="6680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C9410D1-FAC6-77A4-E548-8861E1B2B61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64949" y="1501162"/>
            <a:ext cx="200587" cy="15832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1A4EBF-B598-3A5A-385E-BEC25832DA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9902" y="4177365"/>
            <a:ext cx="1700695" cy="1612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4825C51-25A3-1A3A-71F6-3424B988DD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2344" y="4160544"/>
            <a:ext cx="590254" cy="17809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3B0DE87-8983-0E12-7796-0E59B07A1F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4611" y="1853022"/>
            <a:ext cx="205070" cy="80120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C161D8E-B67A-CAAB-B609-213B919DA9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4344" y="3127574"/>
            <a:ext cx="2857549" cy="87283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986105A-53F0-C4F2-793B-1EB332BFAA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7849" y="3131074"/>
            <a:ext cx="2857549" cy="84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9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4</Words>
  <Application>Microsoft Macintosh PowerPoint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明华 徐</dc:creator>
  <cp:lastModifiedBy>明华 徐</cp:lastModifiedBy>
  <cp:revision>9</cp:revision>
  <dcterms:created xsi:type="dcterms:W3CDTF">2025-03-21T13:54:39Z</dcterms:created>
  <dcterms:modified xsi:type="dcterms:W3CDTF">2025-12-13T23:24:58Z</dcterms:modified>
</cp:coreProperties>
</file>