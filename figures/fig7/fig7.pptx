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7" r:id="rId2"/>
  </p:sldIdLst>
  <p:sldSz cx="12192000" cy="7002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/>
    <p:restoredTop sz="94712"/>
  </p:normalViewPr>
  <p:slideViewPr>
    <p:cSldViewPr snapToGrid="0">
      <p:cViewPr varScale="1">
        <p:scale>
          <a:sx n="135" d="100"/>
          <a:sy n="135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29B83-A9AC-D743-9F02-AA50BFE58A0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1143000"/>
            <a:ext cx="5372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98C05-DDA5-4A4C-AC6C-48479183D5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836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8CBB-E5FD-2DA8-10B3-A4B54A82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4F05F9-B85A-9ED6-E055-6FA2F5399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2950" y="1143000"/>
            <a:ext cx="53721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58255A-4D6A-D21E-3AD0-3FADB42F9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7E67BE-8C0F-3562-8C03-3BF57826B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8C05-DDA5-4A4C-AC6C-48479183D55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123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6005"/>
            <a:ext cx="9144000" cy="243789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77915"/>
            <a:ext cx="9144000" cy="16906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18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316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45754"/>
            <a:ext cx="10515600" cy="291283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86140"/>
            <a:ext cx="10515600" cy="15317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140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64082"/>
            <a:ext cx="5181600" cy="4442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64082"/>
            <a:ext cx="5181600" cy="4442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336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72817"/>
            <a:ext cx="10515600" cy="135348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16576"/>
            <a:ext cx="5157787" cy="8412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57844"/>
            <a:ext cx="5157787" cy="37622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16576"/>
            <a:ext cx="5183188" cy="8412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57844"/>
            <a:ext cx="5183188" cy="37622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888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398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35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66831"/>
            <a:ext cx="3932237" cy="163390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08226"/>
            <a:ext cx="6172200" cy="49762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00739"/>
            <a:ext cx="3932237" cy="389187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323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66831"/>
            <a:ext cx="3932237" cy="163390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08226"/>
            <a:ext cx="6172200" cy="49762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00739"/>
            <a:ext cx="3932237" cy="389187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437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401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72816"/>
            <a:ext cx="2628900" cy="593426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72816"/>
            <a:ext cx="7734300" cy="59342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358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2817"/>
            <a:ext cx="10515600" cy="1353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64082"/>
            <a:ext cx="10515600" cy="4442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0246"/>
            <a:ext cx="2743200" cy="372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0246"/>
            <a:ext cx="4114800" cy="372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90246"/>
            <a:ext cx="2743200" cy="372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398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15F6D-AD02-20FE-FCAF-1D02B6B8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箱线图&#10;&#10;AI 生成的内容可能不正确。">
            <a:extLst>
              <a:ext uri="{FF2B5EF4-FFF2-40B4-BE49-F238E27FC236}">
                <a16:creationId xmlns:a16="http://schemas.microsoft.com/office/drawing/2014/main" id="{50B3571D-C61D-FE52-8D37-17181A847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6" y="273519"/>
            <a:ext cx="5289632" cy="3173779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F162B4AF-44CD-0E8C-6599-BA464D695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139" y="-1"/>
            <a:ext cx="7002463" cy="7002463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6540AC37-C43C-0D67-4A01-22FC4D9EC4B7}"/>
              </a:ext>
            </a:extLst>
          </p:cNvPr>
          <p:cNvSpPr txBox="1"/>
          <p:nvPr/>
        </p:nvSpPr>
        <p:spPr>
          <a:xfrm>
            <a:off x="25398" y="-7932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2F229C3-31AE-25F0-9A6D-54F37711D268}"/>
              </a:ext>
            </a:extLst>
          </p:cNvPr>
          <p:cNvSpPr txBox="1"/>
          <p:nvPr/>
        </p:nvSpPr>
        <p:spPr>
          <a:xfrm>
            <a:off x="25398" y="337893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18A0D4-7E80-7D04-3DB7-BF0F6DAC497B}"/>
              </a:ext>
            </a:extLst>
          </p:cNvPr>
          <p:cNvSpPr txBox="1"/>
          <p:nvPr/>
        </p:nvSpPr>
        <p:spPr>
          <a:xfrm>
            <a:off x="5164140" y="-7932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290EE9D-C8FB-29D8-03B9-82EFFE87F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775669"/>
            <a:ext cx="5192120" cy="322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73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4</Words>
  <Application>Microsoft Macintosh PowerPoint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明华 徐</dc:creator>
  <cp:lastModifiedBy>明华 徐</cp:lastModifiedBy>
  <cp:revision>15</cp:revision>
  <dcterms:created xsi:type="dcterms:W3CDTF">2025-03-21T13:54:39Z</dcterms:created>
  <dcterms:modified xsi:type="dcterms:W3CDTF">2025-12-17T10:13:03Z</dcterms:modified>
</cp:coreProperties>
</file>