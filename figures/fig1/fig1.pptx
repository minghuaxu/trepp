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83" r:id="rId2"/>
  </p:sldIdLst>
  <p:sldSz cx="12192000" cy="54181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CBE1"/>
    <a:srgbClr val="FAF5EE"/>
    <a:srgbClr val="FAF5F1"/>
    <a:srgbClr val="FAF1F5"/>
    <a:srgbClr val="FAEAF0"/>
    <a:srgbClr val="F1EAFA"/>
    <a:srgbClr val="E8DCFA"/>
    <a:srgbClr val="E1ECF0"/>
    <a:srgbClr val="EAF5F9"/>
    <a:srgbClr val="F5E4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9"/>
    <p:restoredTop sz="94694"/>
  </p:normalViewPr>
  <p:slideViewPr>
    <p:cSldViewPr snapToGrid="0">
      <p:cViewPr varScale="1">
        <p:scale>
          <a:sx n="113" d="100"/>
          <a:sy n="113" d="100"/>
        </p:scale>
        <p:origin x="20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59CBF-42A3-004B-B179-B032F2A1684B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42863" y="1143000"/>
            <a:ext cx="69437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07909-7972-0E48-BDB9-637D9E96E2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85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7909-7972-0E48-BDB9-637D9E96E23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246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86719"/>
            <a:ext cx="9144000" cy="1886315"/>
          </a:xfrm>
        </p:spPr>
        <p:txBody>
          <a:bodyPr anchor="b"/>
          <a:lstStyle>
            <a:lvl1pPr algn="ctr">
              <a:defRPr sz="47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45777"/>
            <a:ext cx="9144000" cy="1308129"/>
          </a:xfrm>
        </p:spPr>
        <p:txBody>
          <a:bodyPr/>
          <a:lstStyle>
            <a:lvl1pPr marL="0" indent="0" algn="ctr">
              <a:buNone/>
              <a:defRPr sz="1896"/>
            </a:lvl1pPr>
            <a:lvl2pPr marL="361188" indent="0" algn="ctr">
              <a:buNone/>
              <a:defRPr sz="1580"/>
            </a:lvl2pPr>
            <a:lvl3pPr marL="722376" indent="0" algn="ctr">
              <a:buNone/>
              <a:defRPr sz="1422"/>
            </a:lvl3pPr>
            <a:lvl4pPr marL="1083564" indent="0" algn="ctr">
              <a:buNone/>
              <a:defRPr sz="1264"/>
            </a:lvl4pPr>
            <a:lvl5pPr marL="1444752" indent="0" algn="ctr">
              <a:buNone/>
              <a:defRPr sz="1264"/>
            </a:lvl5pPr>
            <a:lvl6pPr marL="1805940" indent="0" algn="ctr">
              <a:buNone/>
              <a:defRPr sz="1264"/>
            </a:lvl6pPr>
            <a:lvl7pPr marL="2167128" indent="0" algn="ctr">
              <a:buNone/>
              <a:defRPr sz="1264"/>
            </a:lvl7pPr>
            <a:lvl8pPr marL="2528316" indent="0" algn="ctr">
              <a:buNone/>
              <a:defRPr sz="1264"/>
            </a:lvl8pPr>
            <a:lvl9pPr marL="2889504" indent="0" algn="ctr">
              <a:buNone/>
              <a:defRPr sz="126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449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545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50772"/>
            <a:ext cx="10515600" cy="2253795"/>
          </a:xfrm>
        </p:spPr>
        <p:txBody>
          <a:bodyPr anchor="b"/>
          <a:lstStyle>
            <a:lvl1pPr>
              <a:defRPr sz="47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25889"/>
            <a:ext cx="10515600" cy="1185217"/>
          </a:xfrm>
        </p:spPr>
        <p:txBody>
          <a:bodyPr/>
          <a:lstStyle>
            <a:lvl1pPr marL="0" indent="0">
              <a:buNone/>
              <a:defRPr sz="1896">
                <a:solidFill>
                  <a:schemeClr val="tx1">
                    <a:tint val="82000"/>
                  </a:schemeClr>
                </a:solidFill>
              </a:defRPr>
            </a:lvl1pPr>
            <a:lvl2pPr marL="361188" indent="0">
              <a:buNone/>
              <a:defRPr sz="1580">
                <a:solidFill>
                  <a:schemeClr val="tx1">
                    <a:tint val="82000"/>
                  </a:schemeClr>
                </a:solidFill>
              </a:defRPr>
            </a:lvl2pPr>
            <a:lvl3pPr marL="722376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3pPr>
            <a:lvl4pPr marL="1083564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4pPr>
            <a:lvl5pPr marL="1444752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5pPr>
            <a:lvl6pPr marL="1805940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6pPr>
            <a:lvl7pPr marL="2167128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7pPr>
            <a:lvl8pPr marL="2528316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8pPr>
            <a:lvl9pPr marL="2889504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8967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42328"/>
            <a:ext cx="5181600" cy="34377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42328"/>
            <a:ext cx="5181600" cy="34377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240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88466"/>
            <a:ext cx="10515600" cy="10472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28197"/>
            <a:ext cx="5157787" cy="650929"/>
          </a:xfrm>
        </p:spPr>
        <p:txBody>
          <a:bodyPr anchor="b"/>
          <a:lstStyle>
            <a:lvl1pPr marL="0" indent="0">
              <a:buNone/>
              <a:defRPr sz="1896" b="1"/>
            </a:lvl1pPr>
            <a:lvl2pPr marL="361188" indent="0">
              <a:buNone/>
              <a:defRPr sz="1580" b="1"/>
            </a:lvl2pPr>
            <a:lvl3pPr marL="722376" indent="0">
              <a:buNone/>
              <a:defRPr sz="1422" b="1"/>
            </a:lvl3pPr>
            <a:lvl4pPr marL="1083564" indent="0">
              <a:buNone/>
              <a:defRPr sz="1264" b="1"/>
            </a:lvl4pPr>
            <a:lvl5pPr marL="1444752" indent="0">
              <a:buNone/>
              <a:defRPr sz="1264" b="1"/>
            </a:lvl5pPr>
            <a:lvl6pPr marL="1805940" indent="0">
              <a:buNone/>
              <a:defRPr sz="1264" b="1"/>
            </a:lvl6pPr>
            <a:lvl7pPr marL="2167128" indent="0">
              <a:buNone/>
              <a:defRPr sz="1264" b="1"/>
            </a:lvl7pPr>
            <a:lvl8pPr marL="2528316" indent="0">
              <a:buNone/>
              <a:defRPr sz="1264" b="1"/>
            </a:lvl8pPr>
            <a:lvl9pPr marL="2889504" indent="0">
              <a:buNone/>
              <a:defRPr sz="12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979126"/>
            <a:ext cx="5157787" cy="29109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28197"/>
            <a:ext cx="5183188" cy="650929"/>
          </a:xfrm>
        </p:spPr>
        <p:txBody>
          <a:bodyPr anchor="b"/>
          <a:lstStyle>
            <a:lvl1pPr marL="0" indent="0">
              <a:buNone/>
              <a:defRPr sz="1896" b="1"/>
            </a:lvl1pPr>
            <a:lvl2pPr marL="361188" indent="0">
              <a:buNone/>
              <a:defRPr sz="1580" b="1"/>
            </a:lvl2pPr>
            <a:lvl3pPr marL="722376" indent="0">
              <a:buNone/>
              <a:defRPr sz="1422" b="1"/>
            </a:lvl3pPr>
            <a:lvl4pPr marL="1083564" indent="0">
              <a:buNone/>
              <a:defRPr sz="1264" b="1"/>
            </a:lvl4pPr>
            <a:lvl5pPr marL="1444752" indent="0">
              <a:buNone/>
              <a:defRPr sz="1264" b="1"/>
            </a:lvl5pPr>
            <a:lvl6pPr marL="1805940" indent="0">
              <a:buNone/>
              <a:defRPr sz="1264" b="1"/>
            </a:lvl6pPr>
            <a:lvl7pPr marL="2167128" indent="0">
              <a:buNone/>
              <a:defRPr sz="1264" b="1"/>
            </a:lvl7pPr>
            <a:lvl8pPr marL="2528316" indent="0">
              <a:buNone/>
              <a:defRPr sz="1264" b="1"/>
            </a:lvl8pPr>
            <a:lvl9pPr marL="2889504" indent="0">
              <a:buNone/>
              <a:defRPr sz="12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79126"/>
            <a:ext cx="5183188" cy="29109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8614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011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272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1209"/>
            <a:ext cx="3932237" cy="1264232"/>
          </a:xfrm>
        </p:spPr>
        <p:txBody>
          <a:bodyPr anchor="b"/>
          <a:lstStyle>
            <a:lvl1pPr>
              <a:defRPr sz="25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80112"/>
            <a:ext cx="6172200" cy="3850390"/>
          </a:xfrm>
        </p:spPr>
        <p:txBody>
          <a:bodyPr/>
          <a:lstStyle>
            <a:lvl1pPr>
              <a:defRPr sz="2528"/>
            </a:lvl1pPr>
            <a:lvl2pPr>
              <a:defRPr sz="2212"/>
            </a:lvl2pPr>
            <a:lvl3pPr>
              <a:defRPr sz="1896"/>
            </a:lvl3pPr>
            <a:lvl4pPr>
              <a:defRPr sz="1580"/>
            </a:lvl4pPr>
            <a:lvl5pPr>
              <a:defRPr sz="1580"/>
            </a:lvl5pPr>
            <a:lvl6pPr>
              <a:defRPr sz="1580"/>
            </a:lvl6pPr>
            <a:lvl7pPr>
              <a:defRPr sz="1580"/>
            </a:lvl7pPr>
            <a:lvl8pPr>
              <a:defRPr sz="1580"/>
            </a:lvl8pPr>
            <a:lvl9pPr>
              <a:defRPr sz="15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25442"/>
            <a:ext cx="3932237" cy="3011331"/>
          </a:xfrm>
        </p:spPr>
        <p:txBody>
          <a:bodyPr/>
          <a:lstStyle>
            <a:lvl1pPr marL="0" indent="0">
              <a:buNone/>
              <a:defRPr sz="1264"/>
            </a:lvl1pPr>
            <a:lvl2pPr marL="361188" indent="0">
              <a:buNone/>
              <a:defRPr sz="1106"/>
            </a:lvl2pPr>
            <a:lvl3pPr marL="722376" indent="0">
              <a:buNone/>
              <a:defRPr sz="948"/>
            </a:lvl3pPr>
            <a:lvl4pPr marL="1083564" indent="0">
              <a:buNone/>
              <a:defRPr sz="790"/>
            </a:lvl4pPr>
            <a:lvl5pPr marL="1444752" indent="0">
              <a:buNone/>
              <a:defRPr sz="790"/>
            </a:lvl5pPr>
            <a:lvl6pPr marL="1805940" indent="0">
              <a:buNone/>
              <a:defRPr sz="790"/>
            </a:lvl6pPr>
            <a:lvl7pPr marL="2167128" indent="0">
              <a:buNone/>
              <a:defRPr sz="790"/>
            </a:lvl7pPr>
            <a:lvl8pPr marL="2528316" indent="0">
              <a:buNone/>
              <a:defRPr sz="790"/>
            </a:lvl8pPr>
            <a:lvl9pPr marL="2889504" indent="0">
              <a:buNone/>
              <a:defRPr sz="79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061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1209"/>
            <a:ext cx="3932237" cy="1264232"/>
          </a:xfrm>
        </p:spPr>
        <p:txBody>
          <a:bodyPr anchor="b"/>
          <a:lstStyle>
            <a:lvl1pPr>
              <a:defRPr sz="25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80112"/>
            <a:ext cx="6172200" cy="3850390"/>
          </a:xfrm>
        </p:spPr>
        <p:txBody>
          <a:bodyPr anchor="t"/>
          <a:lstStyle>
            <a:lvl1pPr marL="0" indent="0">
              <a:buNone/>
              <a:defRPr sz="2528"/>
            </a:lvl1pPr>
            <a:lvl2pPr marL="361188" indent="0">
              <a:buNone/>
              <a:defRPr sz="2212"/>
            </a:lvl2pPr>
            <a:lvl3pPr marL="722376" indent="0">
              <a:buNone/>
              <a:defRPr sz="1896"/>
            </a:lvl3pPr>
            <a:lvl4pPr marL="1083564" indent="0">
              <a:buNone/>
              <a:defRPr sz="1580"/>
            </a:lvl4pPr>
            <a:lvl5pPr marL="1444752" indent="0">
              <a:buNone/>
              <a:defRPr sz="1580"/>
            </a:lvl5pPr>
            <a:lvl6pPr marL="1805940" indent="0">
              <a:buNone/>
              <a:defRPr sz="1580"/>
            </a:lvl6pPr>
            <a:lvl7pPr marL="2167128" indent="0">
              <a:buNone/>
              <a:defRPr sz="1580"/>
            </a:lvl7pPr>
            <a:lvl8pPr marL="2528316" indent="0">
              <a:buNone/>
              <a:defRPr sz="1580"/>
            </a:lvl8pPr>
            <a:lvl9pPr marL="2889504" indent="0">
              <a:buNone/>
              <a:defRPr sz="158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25442"/>
            <a:ext cx="3932237" cy="3011331"/>
          </a:xfrm>
        </p:spPr>
        <p:txBody>
          <a:bodyPr/>
          <a:lstStyle>
            <a:lvl1pPr marL="0" indent="0">
              <a:buNone/>
              <a:defRPr sz="1264"/>
            </a:lvl1pPr>
            <a:lvl2pPr marL="361188" indent="0">
              <a:buNone/>
              <a:defRPr sz="1106"/>
            </a:lvl2pPr>
            <a:lvl3pPr marL="722376" indent="0">
              <a:buNone/>
              <a:defRPr sz="948"/>
            </a:lvl3pPr>
            <a:lvl4pPr marL="1083564" indent="0">
              <a:buNone/>
              <a:defRPr sz="790"/>
            </a:lvl4pPr>
            <a:lvl5pPr marL="1444752" indent="0">
              <a:buNone/>
              <a:defRPr sz="790"/>
            </a:lvl5pPr>
            <a:lvl6pPr marL="1805940" indent="0">
              <a:buNone/>
              <a:defRPr sz="790"/>
            </a:lvl6pPr>
            <a:lvl7pPr marL="2167128" indent="0">
              <a:buNone/>
              <a:defRPr sz="790"/>
            </a:lvl7pPr>
            <a:lvl8pPr marL="2528316" indent="0">
              <a:buNone/>
              <a:defRPr sz="790"/>
            </a:lvl8pPr>
            <a:lvl9pPr marL="2889504" indent="0">
              <a:buNone/>
              <a:defRPr sz="79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5010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1899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88465"/>
            <a:ext cx="2628900" cy="45916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88465"/>
            <a:ext cx="7734300" cy="45916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1009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88466"/>
            <a:ext cx="10515600" cy="1047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42328"/>
            <a:ext cx="10515600" cy="3437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021811"/>
            <a:ext cx="2743200" cy="288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8A0D5-8211-AE4A-A774-3654E024D1BF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021811"/>
            <a:ext cx="4114800" cy="288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021811"/>
            <a:ext cx="2743200" cy="288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509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22376" rtl="0" eaLnBrk="1" latinLnBrk="0" hangingPunct="1">
        <a:lnSpc>
          <a:spcPct val="90000"/>
        </a:lnSpc>
        <a:spcBef>
          <a:spcPct val="0"/>
        </a:spcBef>
        <a:buNone/>
        <a:defRPr sz="3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594" indent="-180594" algn="l" defTabSz="722376" rtl="0" eaLnBrk="1" latinLnBrk="0" hangingPunct="1">
        <a:lnSpc>
          <a:spcPct val="90000"/>
        </a:lnSpc>
        <a:spcBef>
          <a:spcPts val="790"/>
        </a:spcBef>
        <a:buFont typeface="Arial" panose="020B0604020202020204" pitchFamily="34" charset="0"/>
        <a:buChar char="•"/>
        <a:defRPr sz="2212" kern="1200">
          <a:solidFill>
            <a:schemeClr val="tx1"/>
          </a:solidFill>
          <a:latin typeface="+mn-lt"/>
          <a:ea typeface="+mn-ea"/>
          <a:cs typeface="+mn-cs"/>
        </a:defRPr>
      </a:lvl1pPr>
      <a:lvl2pPr marL="541782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896" kern="1200">
          <a:solidFill>
            <a:schemeClr val="tx1"/>
          </a:solidFill>
          <a:latin typeface="+mn-lt"/>
          <a:ea typeface="+mn-ea"/>
          <a:cs typeface="+mn-cs"/>
        </a:defRPr>
      </a:lvl2pPr>
      <a:lvl3pPr marL="902970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264158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4pPr>
      <a:lvl5pPr marL="1625346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5pPr>
      <a:lvl6pPr marL="1986534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6pPr>
      <a:lvl7pPr marL="2347722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7pPr>
      <a:lvl8pPr marL="2708910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8pPr>
      <a:lvl9pPr marL="3070098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1pPr>
      <a:lvl2pPr marL="361188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2pPr>
      <a:lvl3pPr marL="722376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083564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4pPr>
      <a:lvl5pPr marL="1444752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5pPr>
      <a:lvl6pPr marL="1805940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6pPr>
      <a:lvl7pPr marL="2167128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7pPr>
      <a:lvl8pPr marL="2528316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8pPr>
      <a:lvl9pPr marL="2889504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3BA5-C759-BD1D-0FBB-EEC69512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圆角矩形 54">
            <a:extLst>
              <a:ext uri="{FF2B5EF4-FFF2-40B4-BE49-F238E27FC236}">
                <a16:creationId xmlns:a16="http://schemas.microsoft.com/office/drawing/2014/main" id="{C8F9D53B-1EA2-0C71-7F36-B9920F208D5B}"/>
              </a:ext>
            </a:extLst>
          </p:cNvPr>
          <p:cNvSpPr/>
          <p:nvPr/>
        </p:nvSpPr>
        <p:spPr>
          <a:xfrm>
            <a:off x="1754290" y="483308"/>
            <a:ext cx="3849899" cy="2252498"/>
          </a:xfrm>
          <a:prstGeom prst="roundRect">
            <a:avLst>
              <a:gd name="adj" fmla="val 1825"/>
            </a:avLst>
          </a:prstGeom>
          <a:solidFill>
            <a:srgbClr val="FAF5EE"/>
          </a:solidFill>
          <a:ln w="9525">
            <a:solidFill>
              <a:schemeClr val="tx1"/>
            </a:solidFill>
          </a:ln>
          <a:effectLst>
            <a:outerShdw blurRad="50800" dist="38100" dir="5400000" sx="99000" sy="99000" algn="t" rotWithShape="0">
              <a:prstClr val="black">
                <a:alpha val="34025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4" name="圆角矩形 283">
            <a:extLst>
              <a:ext uri="{FF2B5EF4-FFF2-40B4-BE49-F238E27FC236}">
                <a16:creationId xmlns:a16="http://schemas.microsoft.com/office/drawing/2014/main" id="{3D7E80CD-70A8-A063-86A1-848D2797C75D}"/>
              </a:ext>
            </a:extLst>
          </p:cNvPr>
          <p:cNvSpPr/>
          <p:nvPr/>
        </p:nvSpPr>
        <p:spPr>
          <a:xfrm>
            <a:off x="10950403" y="483307"/>
            <a:ext cx="1143344" cy="4786381"/>
          </a:xfrm>
          <a:prstGeom prst="roundRect">
            <a:avLst>
              <a:gd name="adj" fmla="val 4888"/>
            </a:avLst>
          </a:prstGeom>
          <a:solidFill>
            <a:srgbClr val="F6FFFC"/>
          </a:solidFill>
          <a:ln w="9525">
            <a:solidFill>
              <a:schemeClr val="tx1"/>
            </a:solidFill>
            <a:prstDash val="solid"/>
          </a:ln>
          <a:effectLst>
            <a:outerShdw blurRad="50800" dist="38100" dir="5400000" sx="98000" sy="98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BBF7CE1-3AB6-B6B0-2D21-CF0B47C1FDEE}"/>
              </a:ext>
            </a:extLst>
          </p:cNvPr>
          <p:cNvSpPr/>
          <p:nvPr/>
        </p:nvSpPr>
        <p:spPr>
          <a:xfrm rot="5400000">
            <a:off x="5990835" y="736844"/>
            <a:ext cx="4786382" cy="4279599"/>
          </a:xfrm>
          <a:prstGeom prst="roundRect">
            <a:avLst>
              <a:gd name="adj" fmla="val 1793"/>
            </a:avLst>
          </a:prstGeom>
          <a:solidFill>
            <a:srgbClr val="FBF8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BBB204-9009-BC1B-DB1E-929498D2C531}"/>
              </a:ext>
            </a:extLst>
          </p:cNvPr>
          <p:cNvSpPr/>
          <p:nvPr/>
        </p:nvSpPr>
        <p:spPr>
          <a:xfrm>
            <a:off x="3076943" y="1352907"/>
            <a:ext cx="1292901" cy="10629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20C3BFBA-9336-E8FF-3AE8-87472A364123}"/>
              </a:ext>
            </a:extLst>
          </p:cNvPr>
          <p:cNvSpPr/>
          <p:nvPr/>
        </p:nvSpPr>
        <p:spPr>
          <a:xfrm>
            <a:off x="1751477" y="2983662"/>
            <a:ext cx="3849898" cy="2286025"/>
          </a:xfrm>
          <a:prstGeom prst="roundRect">
            <a:avLst>
              <a:gd name="adj" fmla="val 1468"/>
            </a:avLst>
          </a:prstGeom>
          <a:solidFill>
            <a:srgbClr val="F3FFFB"/>
          </a:solidFill>
          <a:ln w="9525">
            <a:solidFill>
              <a:schemeClr val="tx1"/>
            </a:solidFill>
            <a:prstDash val="solid"/>
          </a:ln>
          <a:effectLst>
            <a:outerShdw blurRad="50800" dist="38100" dir="5400000" sx="98905" sy="98905" algn="t" rotWithShape="0">
              <a:prstClr val="black">
                <a:alpha val="36425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114D4878-1E51-0E98-431D-289AC40D4030}"/>
              </a:ext>
            </a:extLst>
          </p:cNvPr>
          <p:cNvCxnSpPr>
            <a:cxnSpLocks/>
          </p:cNvCxnSpPr>
          <p:nvPr/>
        </p:nvCxnSpPr>
        <p:spPr>
          <a:xfrm flipV="1">
            <a:off x="11590441" y="1166535"/>
            <a:ext cx="0" cy="3269734"/>
          </a:xfrm>
          <a:prstGeom prst="line">
            <a:avLst/>
          </a:prstGeom>
          <a:ln w="266700">
            <a:gradFill flip="none" rotWithShape="1">
              <a:gsLst>
                <a:gs pos="8000">
                  <a:srgbClr val="80B1D3"/>
                </a:gs>
                <a:gs pos="100000">
                  <a:srgbClr val="F47F72"/>
                </a:gs>
              </a:gsLst>
              <a:lin ang="5400000" scaled="0"/>
              <a:tileRect/>
            </a:gra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21147772-4DB5-E016-BD45-7FEF43741E84}"/>
              </a:ext>
            </a:extLst>
          </p:cNvPr>
          <p:cNvSpPr txBox="1"/>
          <p:nvPr/>
        </p:nvSpPr>
        <p:spPr>
          <a:xfrm>
            <a:off x="10919373" y="612537"/>
            <a:ext cx="123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pathogenic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1682182-FC9B-8EFE-F47C-3E11E1B7EB5D}"/>
              </a:ext>
            </a:extLst>
          </p:cNvPr>
          <p:cNvSpPr txBox="1"/>
          <p:nvPr/>
        </p:nvSpPr>
        <p:spPr>
          <a:xfrm>
            <a:off x="11160524" y="474245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benign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13A10DE-21B4-325C-1663-0CC12E40B570}"/>
              </a:ext>
            </a:extLst>
          </p:cNvPr>
          <p:cNvGrpSpPr/>
          <p:nvPr/>
        </p:nvGrpSpPr>
        <p:grpSpPr>
          <a:xfrm>
            <a:off x="3060575" y="1828013"/>
            <a:ext cx="1292902" cy="184307"/>
            <a:chOff x="5358270" y="5818402"/>
            <a:chExt cx="3720916" cy="530426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7C05AA7-EFF4-FD5C-1146-A35DE9FBCCBD}"/>
                </a:ext>
              </a:extLst>
            </p:cNvPr>
            <p:cNvSpPr/>
            <p:nvPr/>
          </p:nvSpPr>
          <p:spPr>
            <a:xfrm>
              <a:off x="5358270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A</a:t>
              </a:r>
              <a:endParaRPr kumimoji="1" lang="zh-CN" altLang="en-US" sz="1050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13DABB7-595B-93B5-8CB2-8847BC818A03}"/>
                </a:ext>
              </a:extLst>
            </p:cNvPr>
            <p:cNvSpPr/>
            <p:nvPr/>
          </p:nvSpPr>
          <p:spPr>
            <a:xfrm>
              <a:off x="5888696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T</a:t>
              </a:r>
              <a:endParaRPr kumimoji="1" lang="zh-CN" altLang="en-US" sz="105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0D72AA8-4472-76F8-C76A-6761E621F021}"/>
                </a:ext>
              </a:extLst>
            </p:cNvPr>
            <p:cNvSpPr/>
            <p:nvPr/>
          </p:nvSpPr>
          <p:spPr>
            <a:xfrm>
              <a:off x="6420413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T</a:t>
              </a:r>
              <a:endParaRPr kumimoji="1" lang="zh-CN" altLang="en-US" sz="105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84F2549-5E60-4361-2DC6-79AD2D126085}"/>
                </a:ext>
              </a:extLst>
            </p:cNvPr>
            <p:cNvSpPr/>
            <p:nvPr/>
          </p:nvSpPr>
          <p:spPr>
            <a:xfrm>
              <a:off x="6950839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A</a:t>
              </a:r>
              <a:endParaRPr kumimoji="1" lang="zh-CN" altLang="en-US" sz="105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E126B58-4DBC-8F2D-FE32-631B84B88780}"/>
                </a:ext>
              </a:extLst>
            </p:cNvPr>
            <p:cNvSpPr/>
            <p:nvPr/>
          </p:nvSpPr>
          <p:spPr>
            <a:xfrm>
              <a:off x="7486617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T</a:t>
              </a:r>
              <a:endParaRPr kumimoji="1" lang="zh-CN" altLang="en-US" sz="1050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D459770-0085-60B1-A758-FCFB015CFCEE}"/>
                </a:ext>
              </a:extLst>
            </p:cNvPr>
            <p:cNvSpPr/>
            <p:nvPr/>
          </p:nvSpPr>
          <p:spPr>
            <a:xfrm>
              <a:off x="8017043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T</a:t>
              </a:r>
              <a:endParaRPr kumimoji="1" lang="zh-CN" altLang="en-US" sz="1050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1170234-8D88-D6EB-E563-9D476226CDCA}"/>
                </a:ext>
              </a:extLst>
            </p:cNvPr>
            <p:cNvSpPr/>
            <p:nvPr/>
          </p:nvSpPr>
          <p:spPr>
            <a:xfrm>
              <a:off x="8548760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…</a:t>
              </a:r>
              <a:endParaRPr kumimoji="1" lang="zh-CN" altLang="en-US" sz="1050" dirty="0"/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6414F567-9C09-9283-3D20-D5ECA32868D3}"/>
              </a:ext>
            </a:extLst>
          </p:cNvPr>
          <p:cNvSpPr/>
          <p:nvPr/>
        </p:nvSpPr>
        <p:spPr>
          <a:xfrm>
            <a:off x="2055627" y="2347778"/>
            <a:ext cx="671016" cy="227006"/>
          </a:xfrm>
          <a:prstGeom prst="rect">
            <a:avLst/>
          </a:prstGeom>
          <a:solidFill>
            <a:srgbClr val="B0D8D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exon</a:t>
            </a:r>
            <a:endParaRPr kumimoji="1" lang="zh-CN" alt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8679EEC5-3335-9B23-F767-DBF6B1AD8F35}"/>
              </a:ext>
            </a:extLst>
          </p:cNvPr>
          <p:cNvSpPr/>
          <p:nvPr/>
        </p:nvSpPr>
        <p:spPr>
          <a:xfrm>
            <a:off x="3433523" y="2347778"/>
            <a:ext cx="966815" cy="227006"/>
          </a:xfrm>
          <a:prstGeom prst="rect">
            <a:avLst/>
          </a:prstGeom>
          <a:solidFill>
            <a:srgbClr val="B0D8D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51DAE2F8-3A62-923A-19EB-09C350C3B0C6}"/>
              </a:ext>
            </a:extLst>
          </p:cNvPr>
          <p:cNvSpPr/>
          <p:nvPr/>
        </p:nvSpPr>
        <p:spPr>
          <a:xfrm>
            <a:off x="5342619" y="2309902"/>
            <a:ext cx="82891" cy="307776"/>
          </a:xfrm>
          <a:prstGeom prst="rect">
            <a:avLst/>
          </a:prstGeom>
          <a:solidFill>
            <a:srgbClr val="F5E498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13765E-FA18-33E6-8A70-159237D636D7}"/>
              </a:ext>
            </a:extLst>
          </p:cNvPr>
          <p:cNvSpPr/>
          <p:nvPr/>
        </p:nvSpPr>
        <p:spPr>
          <a:xfrm>
            <a:off x="2726649" y="2415868"/>
            <a:ext cx="706879" cy="105051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C51F5F-131A-944C-DAB4-FA778AC9E457}"/>
              </a:ext>
            </a:extLst>
          </p:cNvPr>
          <p:cNvSpPr/>
          <p:nvPr/>
        </p:nvSpPr>
        <p:spPr>
          <a:xfrm>
            <a:off x="4400339" y="2415868"/>
            <a:ext cx="940376" cy="105051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C4E75C-32E0-43FB-3E9B-86B6DE643088}"/>
              </a:ext>
            </a:extLst>
          </p:cNvPr>
          <p:cNvSpPr txBox="1"/>
          <p:nvPr/>
        </p:nvSpPr>
        <p:spPr>
          <a:xfrm>
            <a:off x="1929048" y="876639"/>
            <a:ext cx="867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Gene1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03FAAB2B-2CAD-132E-59DC-6EE85B382152}"/>
              </a:ext>
            </a:extLst>
          </p:cNvPr>
          <p:cNvSpPr/>
          <p:nvPr/>
        </p:nvSpPr>
        <p:spPr>
          <a:xfrm>
            <a:off x="83131" y="483452"/>
            <a:ext cx="1143344" cy="4786382"/>
          </a:xfrm>
          <a:prstGeom prst="roundRect">
            <a:avLst>
              <a:gd name="adj" fmla="val 4888"/>
            </a:avLst>
          </a:prstGeom>
          <a:solidFill>
            <a:srgbClr val="F6FFFC"/>
          </a:solidFill>
          <a:ln w="9525">
            <a:solidFill>
              <a:schemeClr val="tx1"/>
            </a:solidFill>
            <a:prstDash val="solid"/>
          </a:ln>
          <a:effectLst>
            <a:outerShdw blurRad="50800" dist="38100" dir="5400000" sx="98000" sy="98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A824A8DC-ADDB-F740-910E-A2D5214A7D3C}"/>
              </a:ext>
            </a:extLst>
          </p:cNvPr>
          <p:cNvSpPr txBox="1"/>
          <p:nvPr/>
        </p:nvSpPr>
        <p:spPr>
          <a:xfrm>
            <a:off x="464687" y="4436269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DC5ED40B-8B8D-1962-889E-573118B25A42}"/>
              </a:ext>
            </a:extLst>
          </p:cNvPr>
          <p:cNvSpPr txBox="1"/>
          <p:nvPr/>
        </p:nvSpPr>
        <p:spPr>
          <a:xfrm>
            <a:off x="204892" y="981869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locus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2C05AF1E-EAB9-DE31-D311-5C8CEE8ABA50}"/>
              </a:ext>
            </a:extLst>
          </p:cNvPr>
          <p:cNvGrpSpPr/>
          <p:nvPr/>
        </p:nvGrpSpPr>
        <p:grpSpPr>
          <a:xfrm>
            <a:off x="221776" y="1730195"/>
            <a:ext cx="837744" cy="119423"/>
            <a:chOff x="5358270" y="5818402"/>
            <a:chExt cx="3720916" cy="530426"/>
          </a:xfrm>
        </p:grpSpPr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0FC4615D-BB14-4766-3A8A-1841F5B9BB35}"/>
                </a:ext>
              </a:extLst>
            </p:cNvPr>
            <p:cNvSpPr/>
            <p:nvPr/>
          </p:nvSpPr>
          <p:spPr>
            <a:xfrm>
              <a:off x="5358270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A</a:t>
              </a:r>
              <a:endParaRPr kumimoji="1" lang="zh-CN" altLang="en-US" sz="700" dirty="0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354A79B5-2183-BD5A-99DE-AC472D7D2939}"/>
                </a:ext>
              </a:extLst>
            </p:cNvPr>
            <p:cNvSpPr/>
            <p:nvPr/>
          </p:nvSpPr>
          <p:spPr>
            <a:xfrm>
              <a:off x="5888696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T</a:t>
              </a:r>
              <a:endParaRPr kumimoji="1" lang="zh-CN" altLang="en-US" sz="700" dirty="0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0E7611C6-3E38-1E30-94EC-C4BE6ECFD3A7}"/>
                </a:ext>
              </a:extLst>
            </p:cNvPr>
            <p:cNvSpPr/>
            <p:nvPr/>
          </p:nvSpPr>
          <p:spPr>
            <a:xfrm>
              <a:off x="6420413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T</a:t>
              </a:r>
              <a:endParaRPr kumimoji="1" lang="zh-CN" altLang="en-US" sz="700" dirty="0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31EFCC93-BEC5-9636-3ACF-3476DD91B5FF}"/>
                </a:ext>
              </a:extLst>
            </p:cNvPr>
            <p:cNvSpPr/>
            <p:nvPr/>
          </p:nvSpPr>
          <p:spPr>
            <a:xfrm>
              <a:off x="6950839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A</a:t>
              </a:r>
              <a:endParaRPr kumimoji="1" lang="zh-CN" altLang="en-US" sz="700" dirty="0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1E91F40-3DD1-5A39-7D3D-541BD19B9A0E}"/>
                </a:ext>
              </a:extLst>
            </p:cNvPr>
            <p:cNvSpPr/>
            <p:nvPr/>
          </p:nvSpPr>
          <p:spPr>
            <a:xfrm>
              <a:off x="7486617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T</a:t>
              </a:r>
              <a:endParaRPr kumimoji="1" lang="zh-CN" altLang="en-US" sz="700" dirty="0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77837D07-D5F6-DD2E-AE1A-80F484B76D68}"/>
                </a:ext>
              </a:extLst>
            </p:cNvPr>
            <p:cNvSpPr/>
            <p:nvPr/>
          </p:nvSpPr>
          <p:spPr>
            <a:xfrm>
              <a:off x="8017043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T</a:t>
              </a:r>
              <a:endParaRPr kumimoji="1" lang="zh-CN" altLang="en-US" sz="700" dirty="0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72474B75-524F-46AE-39E8-8BDBFBB26D22}"/>
                </a:ext>
              </a:extLst>
            </p:cNvPr>
            <p:cNvSpPr/>
            <p:nvPr/>
          </p:nvSpPr>
          <p:spPr>
            <a:xfrm>
              <a:off x="8548760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…</a:t>
              </a:r>
              <a:endParaRPr kumimoji="1" lang="zh-CN" altLang="en-US" sz="700" dirty="0"/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257E44BB-3117-D456-6883-72B1C78417C3}"/>
              </a:ext>
            </a:extLst>
          </p:cNvPr>
          <p:cNvGrpSpPr/>
          <p:nvPr/>
        </p:nvGrpSpPr>
        <p:grpSpPr>
          <a:xfrm>
            <a:off x="203746" y="2480066"/>
            <a:ext cx="837744" cy="119423"/>
            <a:chOff x="5358270" y="5818402"/>
            <a:chExt cx="3720916" cy="530426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073F468D-1A60-73A3-BBFE-B97D723AF18A}"/>
                </a:ext>
              </a:extLst>
            </p:cNvPr>
            <p:cNvSpPr/>
            <p:nvPr/>
          </p:nvSpPr>
          <p:spPr>
            <a:xfrm>
              <a:off x="5358270" y="5818402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C</a:t>
              </a:r>
              <a:endParaRPr kumimoji="1" lang="zh-CN" altLang="en-US" sz="700" dirty="0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0E40634C-66AB-F29F-7EB6-518B34B66CFE}"/>
                </a:ext>
              </a:extLst>
            </p:cNvPr>
            <p:cNvSpPr/>
            <p:nvPr/>
          </p:nvSpPr>
          <p:spPr>
            <a:xfrm>
              <a:off x="5888696" y="5818402"/>
              <a:ext cx="530426" cy="530426"/>
            </a:xfrm>
            <a:prstGeom prst="rect">
              <a:avLst/>
            </a:prstGeom>
            <a:solidFill>
              <a:srgbClr val="D4CBE1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G</a:t>
              </a:r>
              <a:endParaRPr kumimoji="1" lang="zh-CN" altLang="en-US" sz="700" dirty="0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E7D196A7-5164-F1E6-7D28-956CFB2BF764}"/>
                </a:ext>
              </a:extLst>
            </p:cNvPr>
            <p:cNvSpPr/>
            <p:nvPr/>
          </p:nvSpPr>
          <p:spPr>
            <a:xfrm>
              <a:off x="6420413" y="5818402"/>
              <a:ext cx="530426" cy="530426"/>
            </a:xfrm>
            <a:prstGeom prst="rect">
              <a:avLst/>
            </a:prstGeom>
            <a:solidFill>
              <a:srgbClr val="D4CBE1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G</a:t>
              </a:r>
              <a:endParaRPr kumimoji="1" lang="zh-CN" altLang="en-US" sz="700" dirty="0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91341B6C-11F5-92EA-AF48-31D9A64EC40A}"/>
                </a:ext>
              </a:extLst>
            </p:cNvPr>
            <p:cNvSpPr/>
            <p:nvPr/>
          </p:nvSpPr>
          <p:spPr>
            <a:xfrm>
              <a:off x="6950839" y="5818402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C</a:t>
              </a:r>
              <a:endParaRPr kumimoji="1" lang="zh-CN" altLang="en-US" sz="700" dirty="0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A9B193EE-2414-7420-F06C-67FB493CD821}"/>
                </a:ext>
              </a:extLst>
            </p:cNvPr>
            <p:cNvSpPr/>
            <p:nvPr/>
          </p:nvSpPr>
          <p:spPr>
            <a:xfrm>
              <a:off x="7486617" y="5818402"/>
              <a:ext cx="530426" cy="530426"/>
            </a:xfrm>
            <a:prstGeom prst="rect">
              <a:avLst/>
            </a:prstGeom>
            <a:solidFill>
              <a:srgbClr val="D4CBE1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G</a:t>
              </a:r>
              <a:endParaRPr kumimoji="1" lang="zh-CN" altLang="en-US" sz="700" dirty="0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3DD282F3-E608-EF63-B268-87428E80AA94}"/>
                </a:ext>
              </a:extLst>
            </p:cNvPr>
            <p:cNvSpPr/>
            <p:nvPr/>
          </p:nvSpPr>
          <p:spPr>
            <a:xfrm>
              <a:off x="8017043" y="5818402"/>
              <a:ext cx="530426" cy="530426"/>
            </a:xfrm>
            <a:prstGeom prst="rect">
              <a:avLst/>
            </a:prstGeom>
            <a:solidFill>
              <a:srgbClr val="D4CBE1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G</a:t>
              </a:r>
              <a:endParaRPr kumimoji="1" lang="zh-CN" altLang="en-US" sz="700" dirty="0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54515E0F-B9E8-8C31-E89E-6C6B8D9AC720}"/>
                </a:ext>
              </a:extLst>
            </p:cNvPr>
            <p:cNvSpPr/>
            <p:nvPr/>
          </p:nvSpPr>
          <p:spPr>
            <a:xfrm>
              <a:off x="8548760" y="5818402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…</a:t>
              </a:r>
              <a:endParaRPr kumimoji="1" lang="zh-CN" altLang="en-US" sz="700" dirty="0"/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A1F262EE-709D-C2ED-9522-8AF28A6F2586}"/>
              </a:ext>
            </a:extLst>
          </p:cNvPr>
          <p:cNvGrpSpPr/>
          <p:nvPr/>
        </p:nvGrpSpPr>
        <p:grpSpPr>
          <a:xfrm>
            <a:off x="235931" y="3244746"/>
            <a:ext cx="837744" cy="119423"/>
            <a:chOff x="5358270" y="5818402"/>
            <a:chExt cx="3720916" cy="530426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6D6C18D6-6373-3154-0C2A-AE62ABD8FD61}"/>
                </a:ext>
              </a:extLst>
            </p:cNvPr>
            <p:cNvSpPr/>
            <p:nvPr/>
          </p:nvSpPr>
          <p:spPr>
            <a:xfrm>
              <a:off x="5358270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A</a:t>
              </a:r>
              <a:endParaRPr kumimoji="1" lang="zh-CN" altLang="en-US" sz="700" dirty="0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B7AD8B54-0B30-BDFB-CE4C-54A20977FF37}"/>
                </a:ext>
              </a:extLst>
            </p:cNvPr>
            <p:cNvSpPr/>
            <p:nvPr/>
          </p:nvSpPr>
          <p:spPr>
            <a:xfrm>
              <a:off x="5888696" y="5818402"/>
              <a:ext cx="530426" cy="530426"/>
            </a:xfrm>
            <a:prstGeom prst="rect">
              <a:avLst/>
            </a:prstGeom>
            <a:solidFill>
              <a:srgbClr val="D4CBE1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G</a:t>
              </a:r>
              <a:endParaRPr kumimoji="1" lang="zh-CN" altLang="en-US" sz="700" dirty="0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11354DF2-6D0F-3249-B0AE-5416B8F9681C}"/>
                </a:ext>
              </a:extLst>
            </p:cNvPr>
            <p:cNvSpPr/>
            <p:nvPr/>
          </p:nvSpPr>
          <p:spPr>
            <a:xfrm>
              <a:off x="6420413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A</a:t>
              </a:r>
              <a:endParaRPr kumimoji="1" lang="zh-CN" altLang="en-US" sz="700" dirty="0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4F381AF9-72E9-1EF3-23A3-0D5A9DF5BB2F}"/>
                </a:ext>
              </a:extLst>
            </p:cNvPr>
            <p:cNvSpPr/>
            <p:nvPr/>
          </p:nvSpPr>
          <p:spPr>
            <a:xfrm>
              <a:off x="6950839" y="5818402"/>
              <a:ext cx="530426" cy="530426"/>
            </a:xfrm>
            <a:prstGeom prst="rect">
              <a:avLst/>
            </a:prstGeom>
            <a:solidFill>
              <a:srgbClr val="D4CBE1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G</a:t>
              </a:r>
              <a:endParaRPr kumimoji="1" lang="zh-CN" altLang="en-US" sz="700" dirty="0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76973D97-2F31-9C22-F4E2-D4482BF8BEFC}"/>
                </a:ext>
              </a:extLst>
            </p:cNvPr>
            <p:cNvSpPr/>
            <p:nvPr/>
          </p:nvSpPr>
          <p:spPr>
            <a:xfrm>
              <a:off x="7486617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A</a:t>
              </a:r>
              <a:endParaRPr kumimoji="1" lang="zh-CN" altLang="en-US" sz="700" dirty="0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CDF3B264-1F02-FD13-5810-35A69A05338A}"/>
                </a:ext>
              </a:extLst>
            </p:cNvPr>
            <p:cNvSpPr/>
            <p:nvPr/>
          </p:nvSpPr>
          <p:spPr>
            <a:xfrm>
              <a:off x="8017043" y="5818402"/>
              <a:ext cx="530426" cy="530426"/>
            </a:xfrm>
            <a:prstGeom prst="rect">
              <a:avLst/>
            </a:prstGeom>
            <a:solidFill>
              <a:srgbClr val="D4CBE1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G</a:t>
              </a:r>
              <a:endParaRPr kumimoji="1" lang="zh-CN" altLang="en-US" sz="700" dirty="0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F3AD72A8-FFD3-993C-EEE8-C1BB1DA0039F}"/>
                </a:ext>
              </a:extLst>
            </p:cNvPr>
            <p:cNvSpPr/>
            <p:nvPr/>
          </p:nvSpPr>
          <p:spPr>
            <a:xfrm>
              <a:off x="8548760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…</a:t>
              </a:r>
              <a:endParaRPr kumimoji="1" lang="zh-CN" altLang="en-US" sz="700" dirty="0"/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04B3EA90-A75C-20DD-F92A-25C06C5EF57D}"/>
              </a:ext>
            </a:extLst>
          </p:cNvPr>
          <p:cNvGrpSpPr/>
          <p:nvPr/>
        </p:nvGrpSpPr>
        <p:grpSpPr>
          <a:xfrm>
            <a:off x="221776" y="3943018"/>
            <a:ext cx="837744" cy="119423"/>
            <a:chOff x="5358270" y="5818402"/>
            <a:chExt cx="3720916" cy="530426"/>
          </a:xfrm>
        </p:grpSpPr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311C90D7-A6B3-22DB-A191-F74DA267E8E3}"/>
                </a:ext>
              </a:extLst>
            </p:cNvPr>
            <p:cNvSpPr/>
            <p:nvPr/>
          </p:nvSpPr>
          <p:spPr>
            <a:xfrm>
              <a:off x="5358270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T</a:t>
              </a:r>
              <a:endParaRPr kumimoji="1" lang="zh-CN" altLang="en-US" sz="700" dirty="0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F1ACC9D5-90F7-1A92-06D5-C14330F60277}"/>
                </a:ext>
              </a:extLst>
            </p:cNvPr>
            <p:cNvSpPr/>
            <p:nvPr/>
          </p:nvSpPr>
          <p:spPr>
            <a:xfrm>
              <a:off x="5888696" y="5818402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C</a:t>
              </a:r>
              <a:endParaRPr kumimoji="1" lang="zh-CN" altLang="en-US" sz="700" dirty="0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A5203975-7A60-3C4A-6E00-E42AB20702ED}"/>
                </a:ext>
              </a:extLst>
            </p:cNvPr>
            <p:cNvSpPr/>
            <p:nvPr/>
          </p:nvSpPr>
          <p:spPr>
            <a:xfrm>
              <a:off x="6420413" y="5818402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C</a:t>
              </a:r>
              <a:endParaRPr kumimoji="1" lang="zh-CN" altLang="en-US" sz="700" dirty="0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480A8CC0-B4E4-AA82-5034-2AF0F8399C84}"/>
                </a:ext>
              </a:extLst>
            </p:cNvPr>
            <p:cNvSpPr/>
            <p:nvPr/>
          </p:nvSpPr>
          <p:spPr>
            <a:xfrm>
              <a:off x="6950839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T</a:t>
              </a:r>
              <a:endParaRPr kumimoji="1" lang="zh-CN" altLang="en-US" sz="700" dirty="0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32DDDDC8-9E56-6C6B-5F43-E47619C55957}"/>
                </a:ext>
              </a:extLst>
            </p:cNvPr>
            <p:cNvSpPr/>
            <p:nvPr/>
          </p:nvSpPr>
          <p:spPr>
            <a:xfrm>
              <a:off x="7486617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T</a:t>
              </a:r>
              <a:endParaRPr kumimoji="1" lang="zh-CN" altLang="en-US" sz="700" dirty="0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6F4C1D61-9DD6-96D4-88CD-1C21F4C8A2F2}"/>
                </a:ext>
              </a:extLst>
            </p:cNvPr>
            <p:cNvSpPr/>
            <p:nvPr/>
          </p:nvSpPr>
          <p:spPr>
            <a:xfrm>
              <a:off x="8017043" y="5818402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C</a:t>
              </a:r>
              <a:endParaRPr kumimoji="1" lang="zh-CN" altLang="en-US" sz="700" dirty="0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E2D79644-5A49-A6FC-ADB8-30BE43D8F299}"/>
                </a:ext>
              </a:extLst>
            </p:cNvPr>
            <p:cNvSpPr/>
            <p:nvPr/>
          </p:nvSpPr>
          <p:spPr>
            <a:xfrm>
              <a:off x="8548760" y="5818402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700" dirty="0"/>
                <a:t>…</a:t>
              </a:r>
              <a:endParaRPr kumimoji="1" lang="zh-CN" altLang="en-US" sz="700" dirty="0"/>
            </a:p>
          </p:txBody>
        </p:sp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1D56DA05-CDBA-9799-B7FE-D188D58D0EFE}"/>
              </a:ext>
            </a:extLst>
          </p:cNvPr>
          <p:cNvGrpSpPr/>
          <p:nvPr/>
        </p:nvGrpSpPr>
        <p:grpSpPr>
          <a:xfrm>
            <a:off x="6469465" y="1102972"/>
            <a:ext cx="975170" cy="719846"/>
            <a:chOff x="6115929" y="4242236"/>
            <a:chExt cx="1823253" cy="1345879"/>
          </a:xfrm>
        </p:grpSpPr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52368B7C-9255-BE9D-40C5-8A880BC57539}"/>
                </a:ext>
              </a:extLst>
            </p:cNvPr>
            <p:cNvSpPr/>
            <p:nvPr/>
          </p:nvSpPr>
          <p:spPr>
            <a:xfrm rot="5400000">
              <a:off x="6603926" y="4233363"/>
              <a:ext cx="285447" cy="303193"/>
            </a:xfrm>
            <a:prstGeom prst="ellipse">
              <a:avLst/>
            </a:prstGeom>
            <a:solidFill>
              <a:srgbClr val="99D1B5"/>
            </a:solidFill>
            <a:ln w="12700">
              <a:solidFill>
                <a:schemeClr val="tx1"/>
              </a:solidFill>
            </a:ln>
            <a:effectLst>
              <a:outerShdw blurRad="50800" dist="38100" dir="5400000" sx="102000" sy="102000" algn="t" rotWithShape="0">
                <a:schemeClr val="bg2">
                  <a:lumMod val="50000"/>
                  <a:alpha val="55169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B2CC4840-3291-5DC8-84C0-F8E396148046}"/>
                </a:ext>
              </a:extLst>
            </p:cNvPr>
            <p:cNvSpPr/>
            <p:nvPr/>
          </p:nvSpPr>
          <p:spPr>
            <a:xfrm rot="5400000">
              <a:off x="6124802" y="4726349"/>
              <a:ext cx="285447" cy="303193"/>
            </a:xfrm>
            <a:prstGeom prst="ellipse">
              <a:avLst/>
            </a:prstGeom>
            <a:solidFill>
              <a:srgbClr val="EAA59E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EE3EE29F-58F3-8057-0196-89AF6B2E72E7}"/>
                </a:ext>
              </a:extLst>
            </p:cNvPr>
            <p:cNvSpPr/>
            <p:nvPr/>
          </p:nvSpPr>
          <p:spPr>
            <a:xfrm rot="5400000">
              <a:off x="7093516" y="4726349"/>
              <a:ext cx="285447" cy="303193"/>
            </a:xfrm>
            <a:prstGeom prst="ellipse">
              <a:avLst/>
            </a:prstGeom>
            <a:solidFill>
              <a:srgbClr val="CEC4DA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FA1BCF54-3705-CD0B-D0D0-624BB8D7442E}"/>
                </a:ext>
              </a:extLst>
            </p:cNvPr>
            <p:cNvSpPr/>
            <p:nvPr/>
          </p:nvSpPr>
          <p:spPr>
            <a:xfrm rot="5400000">
              <a:off x="6603285" y="5293795"/>
              <a:ext cx="285447" cy="303193"/>
            </a:xfrm>
            <a:prstGeom prst="ellipse">
              <a:avLst/>
            </a:prstGeom>
            <a:solidFill>
              <a:srgbClr val="E6C8CB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483F6744-B2D9-5A95-5945-A2B1A2EF4262}"/>
                </a:ext>
              </a:extLst>
            </p:cNvPr>
            <p:cNvSpPr/>
            <p:nvPr/>
          </p:nvSpPr>
          <p:spPr>
            <a:xfrm rot="5400000">
              <a:off x="7644862" y="5293334"/>
              <a:ext cx="285447" cy="303193"/>
            </a:xfrm>
            <a:prstGeom prst="ellipse">
              <a:avLst/>
            </a:prstGeom>
            <a:solidFill>
              <a:srgbClr val="F5E498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55" name="直线箭头连接符 154">
              <a:extLst>
                <a:ext uri="{FF2B5EF4-FFF2-40B4-BE49-F238E27FC236}">
                  <a16:creationId xmlns:a16="http://schemas.microsoft.com/office/drawing/2014/main" id="{712E922E-0C0F-3C6A-CB59-5013AA222343}"/>
                </a:ext>
              </a:extLst>
            </p:cNvPr>
            <p:cNvCxnSpPr>
              <a:stCxn id="150" idx="5"/>
              <a:endCxn id="151" idx="1"/>
            </p:cNvCxnSpPr>
            <p:nvPr/>
          </p:nvCxnSpPr>
          <p:spPr>
            <a:xfrm flipH="1">
              <a:off x="6374720" y="4485880"/>
              <a:ext cx="264735" cy="2911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线箭头连接符 155">
              <a:extLst>
                <a:ext uri="{FF2B5EF4-FFF2-40B4-BE49-F238E27FC236}">
                  <a16:creationId xmlns:a16="http://schemas.microsoft.com/office/drawing/2014/main" id="{4E0C80CB-7CAC-0910-FE51-0D96E1F0C863}"/>
                </a:ext>
              </a:extLst>
            </p:cNvPr>
            <p:cNvCxnSpPr>
              <a:cxnSpLocks/>
              <a:stCxn id="150" idx="7"/>
              <a:endCxn id="152" idx="3"/>
            </p:cNvCxnSpPr>
            <p:nvPr/>
          </p:nvCxnSpPr>
          <p:spPr>
            <a:xfrm>
              <a:off x="6853844" y="4485880"/>
              <a:ext cx="275201" cy="2911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箭头连接符 156">
              <a:extLst>
                <a:ext uri="{FF2B5EF4-FFF2-40B4-BE49-F238E27FC236}">
                  <a16:creationId xmlns:a16="http://schemas.microsoft.com/office/drawing/2014/main" id="{33BB2A78-16C0-084C-9941-D980F5230D96}"/>
                </a:ext>
              </a:extLst>
            </p:cNvPr>
            <p:cNvCxnSpPr>
              <a:cxnSpLocks/>
              <a:stCxn id="152" idx="5"/>
              <a:endCxn id="153" idx="1"/>
            </p:cNvCxnSpPr>
            <p:nvPr/>
          </p:nvCxnSpPr>
          <p:spPr>
            <a:xfrm flipH="1">
              <a:off x="6853203" y="4978866"/>
              <a:ext cx="275842" cy="3656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箭头连接符 159">
              <a:extLst>
                <a:ext uri="{FF2B5EF4-FFF2-40B4-BE49-F238E27FC236}">
                  <a16:creationId xmlns:a16="http://schemas.microsoft.com/office/drawing/2014/main" id="{6838D762-BB10-7FFC-88B7-73CBD057B3F2}"/>
                </a:ext>
              </a:extLst>
            </p:cNvPr>
            <p:cNvCxnSpPr>
              <a:cxnSpLocks/>
              <a:stCxn id="152" idx="7"/>
              <a:endCxn id="154" idx="3"/>
            </p:cNvCxnSpPr>
            <p:nvPr/>
          </p:nvCxnSpPr>
          <p:spPr>
            <a:xfrm>
              <a:off x="7343434" y="4978866"/>
              <a:ext cx="336957" cy="3651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文本框 160">
            <a:extLst>
              <a:ext uri="{FF2B5EF4-FFF2-40B4-BE49-F238E27FC236}">
                <a16:creationId xmlns:a16="http://schemas.microsoft.com/office/drawing/2014/main" id="{FC41888A-B687-1973-9177-55B998C44FF2}"/>
              </a:ext>
            </a:extLst>
          </p:cNvPr>
          <p:cNvSpPr txBox="1"/>
          <p:nvPr/>
        </p:nvSpPr>
        <p:spPr>
          <a:xfrm>
            <a:off x="7603958" y="546896"/>
            <a:ext cx="1778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CatBoost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Models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B87E3F32-0CBB-E582-580C-48661A5F14A3}"/>
              </a:ext>
            </a:extLst>
          </p:cNvPr>
          <p:cNvCxnSpPr>
            <a:cxnSpLocks/>
            <a:stCxn id="3" idx="0"/>
            <a:endCxn id="284" idx="1"/>
          </p:cNvCxnSpPr>
          <p:nvPr/>
        </p:nvCxnSpPr>
        <p:spPr>
          <a:xfrm flipV="1">
            <a:off x="10523826" y="2876498"/>
            <a:ext cx="426577" cy="14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下箭头 15">
            <a:extLst>
              <a:ext uri="{FF2B5EF4-FFF2-40B4-BE49-F238E27FC236}">
                <a16:creationId xmlns:a16="http://schemas.microsoft.com/office/drawing/2014/main" id="{9260A045-D199-D7E5-E5D7-2BAE987BF6AC}"/>
              </a:ext>
            </a:extLst>
          </p:cNvPr>
          <p:cNvSpPr/>
          <p:nvPr/>
        </p:nvSpPr>
        <p:spPr>
          <a:xfrm>
            <a:off x="7795813" y="3890790"/>
            <a:ext cx="464969" cy="551664"/>
          </a:xfrm>
          <a:prstGeom prst="downArrow">
            <a:avLst/>
          </a:prstGeom>
          <a:solidFill>
            <a:srgbClr val="EAA69E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019084-3EAB-20FA-64AF-2BB8396ACE4D}"/>
              </a:ext>
            </a:extLst>
          </p:cNvPr>
          <p:cNvSpPr/>
          <p:nvPr/>
        </p:nvSpPr>
        <p:spPr>
          <a:xfrm>
            <a:off x="6695456" y="2902328"/>
            <a:ext cx="2451146" cy="684837"/>
          </a:xfrm>
          <a:prstGeom prst="rect">
            <a:avLst/>
          </a:prstGeom>
          <a:noFill/>
          <a:ln w="15875">
            <a:solidFill>
              <a:srgbClr val="80B0D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428F86C1-CA17-79EE-073E-73BDFFC8F9DF}"/>
              </a:ext>
            </a:extLst>
          </p:cNvPr>
          <p:cNvSpPr/>
          <p:nvPr/>
        </p:nvSpPr>
        <p:spPr>
          <a:xfrm>
            <a:off x="7053668" y="4658456"/>
            <a:ext cx="2780772" cy="425571"/>
          </a:xfrm>
          <a:prstGeom prst="roundRect">
            <a:avLst>
              <a:gd name="adj" fmla="val 5890"/>
            </a:avLst>
          </a:prstGeom>
          <a:solidFill>
            <a:srgbClr val="D4CB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15CAE4-45BA-E1D2-4D1B-81FDE3DC8CF9}"/>
              </a:ext>
            </a:extLst>
          </p:cNvPr>
          <p:cNvSpPr txBox="1"/>
          <p:nvPr/>
        </p:nvSpPr>
        <p:spPr>
          <a:xfrm>
            <a:off x="7525978" y="4698516"/>
            <a:ext cx="2055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592012DB-C5F0-4C28-613E-D24669247F77}"/>
              </a:ext>
            </a:extLst>
          </p:cNvPr>
          <p:cNvGrpSpPr/>
          <p:nvPr/>
        </p:nvGrpSpPr>
        <p:grpSpPr>
          <a:xfrm>
            <a:off x="7672012" y="1000921"/>
            <a:ext cx="701183" cy="978585"/>
            <a:chOff x="8344108" y="762925"/>
            <a:chExt cx="701183" cy="978585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92C00D24-107B-5AB0-C89E-EBD53A599AF9}"/>
                </a:ext>
              </a:extLst>
            </p:cNvPr>
            <p:cNvSpPr/>
            <p:nvPr/>
          </p:nvSpPr>
          <p:spPr>
            <a:xfrm rot="5400000">
              <a:off x="8605114" y="758179"/>
              <a:ext cx="152672" cy="162163"/>
            </a:xfrm>
            <a:prstGeom prst="ellipse">
              <a:avLst/>
            </a:prstGeom>
            <a:solidFill>
              <a:srgbClr val="99D1B5"/>
            </a:solidFill>
            <a:ln w="12700">
              <a:solidFill>
                <a:schemeClr val="tx1"/>
              </a:solidFill>
            </a:ln>
            <a:effectLst>
              <a:outerShdw blurRad="50800" dist="38100" dir="5400000" sx="102000" sy="102000" algn="t" rotWithShape="0">
                <a:schemeClr val="bg2">
                  <a:lumMod val="50000"/>
                  <a:alpha val="55169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BD41C65A-0303-8C64-AFEA-8E15169E8EFC}"/>
                </a:ext>
              </a:extLst>
            </p:cNvPr>
            <p:cNvSpPr/>
            <p:nvPr/>
          </p:nvSpPr>
          <p:spPr>
            <a:xfrm rot="5400000">
              <a:off x="8348854" y="1021854"/>
              <a:ext cx="152672" cy="162163"/>
            </a:xfrm>
            <a:prstGeom prst="ellipse">
              <a:avLst/>
            </a:prstGeom>
            <a:solidFill>
              <a:srgbClr val="EAA59E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7A1B87F4-431C-1062-D9AD-EDFB0CEABE68}"/>
                </a:ext>
              </a:extLst>
            </p:cNvPr>
            <p:cNvSpPr/>
            <p:nvPr/>
          </p:nvSpPr>
          <p:spPr>
            <a:xfrm rot="5400000">
              <a:off x="8866972" y="1021854"/>
              <a:ext cx="152672" cy="162163"/>
            </a:xfrm>
            <a:prstGeom prst="ellipse">
              <a:avLst/>
            </a:prstGeom>
            <a:solidFill>
              <a:srgbClr val="CEC4DA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BEE06C57-6530-ED78-8F28-72981B551345}"/>
                </a:ext>
              </a:extLst>
            </p:cNvPr>
            <p:cNvSpPr/>
            <p:nvPr/>
          </p:nvSpPr>
          <p:spPr>
            <a:xfrm rot="5400000">
              <a:off x="8604771" y="1325353"/>
              <a:ext cx="152672" cy="162163"/>
            </a:xfrm>
            <a:prstGeom prst="ellipse">
              <a:avLst/>
            </a:prstGeom>
            <a:solidFill>
              <a:srgbClr val="E6C8CB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64" name="直线箭头连接符 63">
              <a:extLst>
                <a:ext uri="{FF2B5EF4-FFF2-40B4-BE49-F238E27FC236}">
                  <a16:creationId xmlns:a16="http://schemas.microsoft.com/office/drawing/2014/main" id="{AC428210-A32F-5A53-2B5E-C96F438BC692}"/>
                </a:ext>
              </a:extLst>
            </p:cNvPr>
            <p:cNvCxnSpPr>
              <a:stCxn id="57" idx="5"/>
              <a:endCxn id="59" idx="1"/>
            </p:cNvCxnSpPr>
            <p:nvPr/>
          </p:nvCxnSpPr>
          <p:spPr>
            <a:xfrm flipH="1">
              <a:off x="8482523" y="893238"/>
              <a:ext cx="141594" cy="1557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线箭头连接符 65">
              <a:extLst>
                <a:ext uri="{FF2B5EF4-FFF2-40B4-BE49-F238E27FC236}">
                  <a16:creationId xmlns:a16="http://schemas.microsoft.com/office/drawing/2014/main" id="{8A97D787-2637-45D5-615D-8C2C47E1FD30}"/>
                </a:ext>
              </a:extLst>
            </p:cNvPr>
            <p:cNvCxnSpPr>
              <a:cxnSpLocks/>
              <a:stCxn id="57" idx="7"/>
              <a:endCxn id="61" idx="3"/>
            </p:cNvCxnSpPr>
            <p:nvPr/>
          </p:nvCxnSpPr>
          <p:spPr>
            <a:xfrm>
              <a:off x="8738783" y="893238"/>
              <a:ext cx="147192" cy="1557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箭头连接符 66">
              <a:extLst>
                <a:ext uri="{FF2B5EF4-FFF2-40B4-BE49-F238E27FC236}">
                  <a16:creationId xmlns:a16="http://schemas.microsoft.com/office/drawing/2014/main" id="{6549C328-CFF2-B352-4641-8F4C1E1A0C7C}"/>
                </a:ext>
              </a:extLst>
            </p:cNvPr>
            <p:cNvCxnSpPr>
              <a:cxnSpLocks/>
              <a:stCxn id="61" idx="5"/>
              <a:endCxn id="62" idx="1"/>
            </p:cNvCxnSpPr>
            <p:nvPr/>
          </p:nvCxnSpPr>
          <p:spPr>
            <a:xfrm flipH="1">
              <a:off x="8738440" y="1156913"/>
              <a:ext cx="147535" cy="1955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5892D100-3261-7E3E-47A0-A2FE115541B2}"/>
                </a:ext>
              </a:extLst>
            </p:cNvPr>
            <p:cNvSpPr/>
            <p:nvPr/>
          </p:nvSpPr>
          <p:spPr>
            <a:xfrm rot="5400000">
              <a:off x="8362247" y="1567753"/>
              <a:ext cx="152672" cy="162163"/>
            </a:xfrm>
            <a:prstGeom prst="ellipse">
              <a:avLst/>
            </a:prstGeom>
            <a:solidFill>
              <a:srgbClr val="F5E498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57C7DD33-1606-7D26-56F3-CD69A036767F}"/>
                </a:ext>
              </a:extLst>
            </p:cNvPr>
            <p:cNvSpPr/>
            <p:nvPr/>
          </p:nvSpPr>
          <p:spPr>
            <a:xfrm rot="5400000">
              <a:off x="8887874" y="1584092"/>
              <a:ext cx="152672" cy="162163"/>
            </a:xfrm>
            <a:prstGeom prst="ellipse">
              <a:avLst/>
            </a:prstGeom>
            <a:solidFill>
              <a:srgbClr val="CEC4DA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3" name="直线箭头连接符 72">
              <a:extLst>
                <a:ext uri="{FF2B5EF4-FFF2-40B4-BE49-F238E27FC236}">
                  <a16:creationId xmlns:a16="http://schemas.microsoft.com/office/drawing/2014/main" id="{D4B787DA-A32C-583C-8901-C71CC24AB1FB}"/>
                </a:ext>
              </a:extLst>
            </p:cNvPr>
            <p:cNvCxnSpPr>
              <a:cxnSpLocks/>
              <a:stCxn id="62" idx="5"/>
              <a:endCxn id="71" idx="1"/>
            </p:cNvCxnSpPr>
            <p:nvPr/>
          </p:nvCxnSpPr>
          <p:spPr>
            <a:xfrm flipH="1">
              <a:off x="8495917" y="1460413"/>
              <a:ext cx="127857" cy="1344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箭头连接符 75">
              <a:extLst>
                <a:ext uri="{FF2B5EF4-FFF2-40B4-BE49-F238E27FC236}">
                  <a16:creationId xmlns:a16="http://schemas.microsoft.com/office/drawing/2014/main" id="{7185DEA4-2568-AF7D-CB80-7961DB66A75E}"/>
                </a:ext>
              </a:extLst>
            </p:cNvPr>
            <p:cNvCxnSpPr>
              <a:cxnSpLocks/>
              <a:stCxn id="62" idx="7"/>
              <a:endCxn id="72" idx="3"/>
            </p:cNvCxnSpPr>
            <p:nvPr/>
          </p:nvCxnSpPr>
          <p:spPr>
            <a:xfrm>
              <a:off x="8738441" y="1460413"/>
              <a:ext cx="168436" cy="1507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EB0BA200-FB16-2684-AACF-22BB3B8BBFEA}"/>
              </a:ext>
            </a:extLst>
          </p:cNvPr>
          <p:cNvGrpSpPr/>
          <p:nvPr/>
        </p:nvGrpSpPr>
        <p:grpSpPr>
          <a:xfrm>
            <a:off x="8925056" y="1018122"/>
            <a:ext cx="1228936" cy="978585"/>
            <a:chOff x="9628365" y="746586"/>
            <a:chExt cx="1228936" cy="978585"/>
          </a:xfrm>
        </p:grpSpPr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A8E07957-DF9B-EA4C-468B-866FD1551E54}"/>
                </a:ext>
              </a:extLst>
            </p:cNvPr>
            <p:cNvSpPr/>
            <p:nvPr/>
          </p:nvSpPr>
          <p:spPr>
            <a:xfrm rot="5400000">
              <a:off x="10143138" y="741840"/>
              <a:ext cx="152672" cy="162163"/>
            </a:xfrm>
            <a:prstGeom prst="ellipse">
              <a:avLst/>
            </a:prstGeom>
            <a:solidFill>
              <a:srgbClr val="99D1B5"/>
            </a:solidFill>
            <a:ln w="12700">
              <a:solidFill>
                <a:schemeClr val="tx1"/>
              </a:solidFill>
            </a:ln>
            <a:effectLst>
              <a:outerShdw blurRad="50800" dist="38100" dir="5400000" sx="102000" sy="102000" algn="t" rotWithShape="0">
                <a:schemeClr val="bg2">
                  <a:lumMod val="50000"/>
                  <a:alpha val="55169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4FF5BF18-9E57-7EE7-E3EB-1DCBC97CAA4F}"/>
                </a:ext>
              </a:extLst>
            </p:cNvPr>
            <p:cNvSpPr/>
            <p:nvPr/>
          </p:nvSpPr>
          <p:spPr>
            <a:xfrm rot="5400000">
              <a:off x="9886878" y="1005515"/>
              <a:ext cx="152672" cy="162163"/>
            </a:xfrm>
            <a:prstGeom prst="ellipse">
              <a:avLst/>
            </a:prstGeom>
            <a:solidFill>
              <a:srgbClr val="EAA59E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2043D531-97CC-8FE4-5DE3-1E4D8E4535AC}"/>
                </a:ext>
              </a:extLst>
            </p:cNvPr>
            <p:cNvSpPr/>
            <p:nvPr/>
          </p:nvSpPr>
          <p:spPr>
            <a:xfrm rot="5400000">
              <a:off x="10404996" y="1005515"/>
              <a:ext cx="152672" cy="162163"/>
            </a:xfrm>
            <a:prstGeom prst="ellipse">
              <a:avLst/>
            </a:prstGeom>
            <a:solidFill>
              <a:srgbClr val="CEC4DA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CD1BD8CC-FAC1-D85A-2F65-3C0324503AD9}"/>
                </a:ext>
              </a:extLst>
            </p:cNvPr>
            <p:cNvSpPr/>
            <p:nvPr/>
          </p:nvSpPr>
          <p:spPr>
            <a:xfrm rot="5400000">
              <a:off x="10142795" y="1309014"/>
              <a:ext cx="152672" cy="162163"/>
            </a:xfrm>
            <a:prstGeom prst="ellipse">
              <a:avLst/>
            </a:prstGeom>
            <a:solidFill>
              <a:srgbClr val="E6C8CB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6B45A071-405E-BBFF-B777-4982F1C02149}"/>
                </a:ext>
              </a:extLst>
            </p:cNvPr>
            <p:cNvSpPr/>
            <p:nvPr/>
          </p:nvSpPr>
          <p:spPr>
            <a:xfrm rot="5400000">
              <a:off x="10699884" y="1308768"/>
              <a:ext cx="152672" cy="162163"/>
            </a:xfrm>
            <a:prstGeom prst="ellipse">
              <a:avLst/>
            </a:prstGeom>
            <a:solidFill>
              <a:srgbClr val="F5E498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16" name="直线箭头连接符 115">
              <a:extLst>
                <a:ext uri="{FF2B5EF4-FFF2-40B4-BE49-F238E27FC236}">
                  <a16:creationId xmlns:a16="http://schemas.microsoft.com/office/drawing/2014/main" id="{73280EFD-570B-1A57-66CC-E5CBAE116564}"/>
                </a:ext>
              </a:extLst>
            </p:cNvPr>
            <p:cNvCxnSpPr>
              <a:stCxn id="82" idx="5"/>
              <a:endCxn id="83" idx="1"/>
            </p:cNvCxnSpPr>
            <p:nvPr/>
          </p:nvCxnSpPr>
          <p:spPr>
            <a:xfrm flipH="1">
              <a:off x="10020547" y="876899"/>
              <a:ext cx="141594" cy="1557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箭头连接符 116">
              <a:extLst>
                <a:ext uri="{FF2B5EF4-FFF2-40B4-BE49-F238E27FC236}">
                  <a16:creationId xmlns:a16="http://schemas.microsoft.com/office/drawing/2014/main" id="{D09FB7CD-DB33-2382-6934-B416E163C486}"/>
                </a:ext>
              </a:extLst>
            </p:cNvPr>
            <p:cNvCxnSpPr>
              <a:cxnSpLocks/>
              <a:stCxn id="82" idx="7"/>
              <a:endCxn id="84" idx="3"/>
            </p:cNvCxnSpPr>
            <p:nvPr/>
          </p:nvCxnSpPr>
          <p:spPr>
            <a:xfrm>
              <a:off x="10276807" y="876899"/>
              <a:ext cx="147192" cy="1557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线箭头连接符 117">
              <a:extLst>
                <a:ext uri="{FF2B5EF4-FFF2-40B4-BE49-F238E27FC236}">
                  <a16:creationId xmlns:a16="http://schemas.microsoft.com/office/drawing/2014/main" id="{83147548-008F-750D-B3A0-77B2B9CC61A6}"/>
                </a:ext>
              </a:extLst>
            </p:cNvPr>
            <p:cNvCxnSpPr>
              <a:cxnSpLocks/>
              <a:stCxn id="84" idx="5"/>
              <a:endCxn id="97" idx="1"/>
            </p:cNvCxnSpPr>
            <p:nvPr/>
          </p:nvCxnSpPr>
          <p:spPr>
            <a:xfrm flipH="1">
              <a:off x="10276464" y="1140574"/>
              <a:ext cx="147535" cy="1955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线箭头连接符 118">
              <a:extLst>
                <a:ext uri="{FF2B5EF4-FFF2-40B4-BE49-F238E27FC236}">
                  <a16:creationId xmlns:a16="http://schemas.microsoft.com/office/drawing/2014/main" id="{8DAA828E-8738-A92D-FA60-66DB455B41DF}"/>
                </a:ext>
              </a:extLst>
            </p:cNvPr>
            <p:cNvCxnSpPr>
              <a:cxnSpLocks/>
              <a:stCxn id="84" idx="7"/>
              <a:endCxn id="115" idx="3"/>
            </p:cNvCxnSpPr>
            <p:nvPr/>
          </p:nvCxnSpPr>
          <p:spPr>
            <a:xfrm>
              <a:off x="10538665" y="1140574"/>
              <a:ext cx="180222" cy="1952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93F6E1B5-5286-ACE5-FBDD-A07CCAD3E4D7}"/>
                </a:ext>
              </a:extLst>
            </p:cNvPr>
            <p:cNvSpPr/>
            <p:nvPr/>
          </p:nvSpPr>
          <p:spPr>
            <a:xfrm rot="5400000">
              <a:off x="10425898" y="1567753"/>
              <a:ext cx="152672" cy="162163"/>
            </a:xfrm>
            <a:prstGeom prst="ellipse">
              <a:avLst/>
            </a:prstGeom>
            <a:solidFill>
              <a:srgbClr val="CEC4DA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26" name="直线箭头连接符 125">
              <a:extLst>
                <a:ext uri="{FF2B5EF4-FFF2-40B4-BE49-F238E27FC236}">
                  <a16:creationId xmlns:a16="http://schemas.microsoft.com/office/drawing/2014/main" id="{E891B15B-6D71-D5DB-672B-6D9C00FCDB8C}"/>
                </a:ext>
              </a:extLst>
            </p:cNvPr>
            <p:cNvCxnSpPr>
              <a:cxnSpLocks/>
              <a:stCxn id="83" idx="5"/>
              <a:endCxn id="128" idx="1"/>
            </p:cNvCxnSpPr>
            <p:nvPr/>
          </p:nvCxnSpPr>
          <p:spPr>
            <a:xfrm flipH="1">
              <a:off x="9766781" y="1140575"/>
              <a:ext cx="139100" cy="2031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线箭头连接符 126">
              <a:extLst>
                <a:ext uri="{FF2B5EF4-FFF2-40B4-BE49-F238E27FC236}">
                  <a16:creationId xmlns:a16="http://schemas.microsoft.com/office/drawing/2014/main" id="{E606924F-B197-1905-0076-99FD7D967E67}"/>
                </a:ext>
              </a:extLst>
            </p:cNvPr>
            <p:cNvCxnSpPr>
              <a:cxnSpLocks/>
              <a:stCxn id="97" idx="7"/>
              <a:endCxn id="125" idx="3"/>
            </p:cNvCxnSpPr>
            <p:nvPr/>
          </p:nvCxnSpPr>
          <p:spPr>
            <a:xfrm>
              <a:off x="10276465" y="1444074"/>
              <a:ext cx="168436" cy="1507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FD439F44-F799-260C-31D1-E1BCF133400C}"/>
                </a:ext>
              </a:extLst>
            </p:cNvPr>
            <p:cNvSpPr/>
            <p:nvPr/>
          </p:nvSpPr>
          <p:spPr>
            <a:xfrm rot="5400000">
              <a:off x="9633111" y="1316669"/>
              <a:ext cx="152672" cy="162163"/>
            </a:xfrm>
            <a:prstGeom prst="ellipse">
              <a:avLst/>
            </a:prstGeom>
            <a:solidFill>
              <a:srgbClr val="F5E498"/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3" name="文本框 162">
            <a:extLst>
              <a:ext uri="{FF2B5EF4-FFF2-40B4-BE49-F238E27FC236}">
                <a16:creationId xmlns:a16="http://schemas.microsoft.com/office/drawing/2014/main" id="{7C019FE1-5EA1-1732-7228-6FBB63739905}"/>
              </a:ext>
            </a:extLst>
          </p:cNvPr>
          <p:cNvSpPr txBox="1"/>
          <p:nvPr/>
        </p:nvSpPr>
        <p:spPr>
          <a:xfrm>
            <a:off x="8416424" y="1166535"/>
            <a:ext cx="404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kumimoji="1"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34C3F781-FAB0-D24B-86CE-B5DABAFD907D}"/>
              </a:ext>
            </a:extLst>
          </p:cNvPr>
          <p:cNvSpPr/>
          <p:nvPr/>
        </p:nvSpPr>
        <p:spPr>
          <a:xfrm>
            <a:off x="6939737" y="3066892"/>
            <a:ext cx="339189" cy="339189"/>
          </a:xfrm>
          <a:prstGeom prst="rect">
            <a:avLst/>
          </a:prstGeom>
          <a:solidFill>
            <a:srgbClr val="B0D8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F7FCA7C7-7BFE-DDCE-B26A-8BE7CC24635A}"/>
              </a:ext>
            </a:extLst>
          </p:cNvPr>
          <p:cNvSpPr/>
          <p:nvPr/>
        </p:nvSpPr>
        <p:spPr>
          <a:xfrm>
            <a:off x="7502305" y="3065056"/>
            <a:ext cx="339189" cy="339189"/>
          </a:xfrm>
          <a:prstGeom prst="rect">
            <a:avLst/>
          </a:prstGeom>
          <a:solidFill>
            <a:srgbClr val="EAA69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2FAE0FE7-CB27-959F-2083-18AEF24FBCEE}"/>
              </a:ext>
            </a:extLst>
          </p:cNvPr>
          <p:cNvSpPr/>
          <p:nvPr/>
        </p:nvSpPr>
        <p:spPr>
          <a:xfrm>
            <a:off x="8578705" y="3070177"/>
            <a:ext cx="339189" cy="339189"/>
          </a:xfrm>
          <a:prstGeom prst="rect">
            <a:avLst/>
          </a:prstGeom>
          <a:solidFill>
            <a:srgbClr val="80B0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2CC26C94-87B4-0ED0-4E81-9A0B6129990F}"/>
              </a:ext>
            </a:extLst>
          </p:cNvPr>
          <p:cNvSpPr txBox="1"/>
          <p:nvPr/>
        </p:nvSpPr>
        <p:spPr>
          <a:xfrm>
            <a:off x="8005088" y="2959869"/>
            <a:ext cx="404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kumimoji="1"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0ECA8840-DFE8-9CD4-AA93-CDF8F5949F3E}"/>
              </a:ext>
            </a:extLst>
          </p:cNvPr>
          <p:cNvSpPr txBox="1"/>
          <p:nvPr/>
        </p:nvSpPr>
        <p:spPr>
          <a:xfrm>
            <a:off x="9265641" y="3043795"/>
            <a:ext cx="993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Stacking</a:t>
            </a:r>
            <a:endParaRPr lang="en" altLang="zh-CN" dirty="0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0" name="直线箭头连接符 169">
            <a:extLst>
              <a:ext uri="{FF2B5EF4-FFF2-40B4-BE49-F238E27FC236}">
                <a16:creationId xmlns:a16="http://schemas.microsoft.com/office/drawing/2014/main" id="{BAD55256-B05E-07B3-9FF0-DB135C49E167}"/>
              </a:ext>
            </a:extLst>
          </p:cNvPr>
          <p:cNvCxnSpPr>
            <a:cxnSpLocks/>
            <a:endCxn id="164" idx="0"/>
          </p:cNvCxnSpPr>
          <p:nvPr/>
        </p:nvCxnSpPr>
        <p:spPr>
          <a:xfrm>
            <a:off x="6912552" y="2135363"/>
            <a:ext cx="196780" cy="931529"/>
          </a:xfrm>
          <a:prstGeom prst="straightConnector1">
            <a:avLst/>
          </a:prstGeom>
          <a:ln w="25400">
            <a:solidFill>
              <a:srgbClr val="80B0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7F37E2C5-5675-3985-E0D8-7AC5DCA9F53C}"/>
              </a:ext>
            </a:extLst>
          </p:cNvPr>
          <p:cNvCxnSpPr>
            <a:cxnSpLocks/>
            <a:endCxn id="165" idx="0"/>
          </p:cNvCxnSpPr>
          <p:nvPr/>
        </p:nvCxnSpPr>
        <p:spPr>
          <a:xfrm flipH="1">
            <a:off x="7671900" y="2109901"/>
            <a:ext cx="288633" cy="955155"/>
          </a:xfrm>
          <a:prstGeom prst="straightConnector1">
            <a:avLst/>
          </a:prstGeom>
          <a:ln w="25400">
            <a:solidFill>
              <a:srgbClr val="EAA69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直线箭头连接符 175">
            <a:extLst>
              <a:ext uri="{FF2B5EF4-FFF2-40B4-BE49-F238E27FC236}">
                <a16:creationId xmlns:a16="http://schemas.microsoft.com/office/drawing/2014/main" id="{58A9B2CE-CA63-80CF-5E8D-60B9ECD8D212}"/>
              </a:ext>
            </a:extLst>
          </p:cNvPr>
          <p:cNvCxnSpPr>
            <a:cxnSpLocks/>
            <a:endCxn id="166" idx="0"/>
          </p:cNvCxnSpPr>
          <p:nvPr/>
        </p:nvCxnSpPr>
        <p:spPr>
          <a:xfrm flipH="1">
            <a:off x="8748300" y="2128801"/>
            <a:ext cx="233445" cy="941376"/>
          </a:xfrm>
          <a:prstGeom prst="straightConnector1">
            <a:avLst/>
          </a:prstGeom>
          <a:ln w="25400">
            <a:solidFill>
              <a:srgbClr val="80B0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1F8909A3-9889-C1CF-2A81-B1A9B2A9250D}"/>
                  </a:ext>
                </a:extLst>
              </p:cNvPr>
              <p:cNvSpPr txBox="1"/>
              <p:nvPr/>
            </p:nvSpPr>
            <p:spPr>
              <a:xfrm>
                <a:off x="8852094" y="2240207"/>
                <a:ext cx="1834835" cy="533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" altLang="zh-C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" altLang="zh-CN" sz="1400" i="1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" altLang="zh-CN" sz="140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sSub>
                            <m:sSubPr>
                              <m:ctrlPr>
                                <a:rPr lang="en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1F8909A3-9889-C1CF-2A81-B1A9B2A92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094" y="2240207"/>
                <a:ext cx="1834835" cy="533288"/>
              </a:xfrm>
              <a:prstGeom prst="rect">
                <a:avLst/>
              </a:prstGeom>
              <a:blipFill>
                <a:blip r:embed="rId3"/>
                <a:stretch>
                  <a:fillRect l="-8904" t="-134884" b="-209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文本框 201">
            <a:extLst>
              <a:ext uri="{FF2B5EF4-FFF2-40B4-BE49-F238E27FC236}">
                <a16:creationId xmlns:a16="http://schemas.microsoft.com/office/drawing/2014/main" id="{B032466B-9644-8AE3-61CD-60FF7B31CD6C}"/>
              </a:ext>
            </a:extLst>
          </p:cNvPr>
          <p:cNvSpPr txBox="1"/>
          <p:nvPr/>
        </p:nvSpPr>
        <p:spPr>
          <a:xfrm>
            <a:off x="6684277" y="59683"/>
            <a:ext cx="3617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" altLang="zh-CN" sz="2000" b="0" i="0" dirty="0">
                <a:solidFill>
                  <a:srgbClr val="3C4043"/>
                </a:solidFill>
                <a:effectLst/>
                <a:latin typeface="Roboto" panose="020F0502020204030204" pitchFamily="34" charset="0"/>
              </a:rPr>
              <a:t>Ensemble learning framework</a:t>
            </a:r>
            <a:endParaRPr lang="en" altLang="zh-CN" sz="2000" b="0" i="0" dirty="0">
              <a:solidFill>
                <a:srgbClr val="5F6368"/>
              </a:solidFill>
              <a:effectLst/>
              <a:latin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52D02E08-C080-3D29-1AD7-2ECEDF265234}"/>
                  </a:ext>
                </a:extLst>
              </p:cNvPr>
              <p:cNvSpPr txBox="1"/>
              <p:nvPr/>
            </p:nvSpPr>
            <p:spPr>
              <a:xfrm>
                <a:off x="7031592" y="3024923"/>
                <a:ext cx="2745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52D02E08-C080-3D29-1AD7-2ECEDF265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592" y="3024923"/>
                <a:ext cx="274519" cy="369332"/>
              </a:xfrm>
              <a:prstGeom prst="rect">
                <a:avLst/>
              </a:prstGeom>
              <a:blipFill>
                <a:blip r:embed="rId4"/>
                <a:stretch>
                  <a:fillRect l="-39130" r="-8696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3118526C-932E-6C33-41F6-42760F46A81B}"/>
                  </a:ext>
                </a:extLst>
              </p:cNvPr>
              <p:cNvSpPr txBox="1"/>
              <p:nvPr/>
            </p:nvSpPr>
            <p:spPr>
              <a:xfrm>
                <a:off x="7577105" y="3024923"/>
                <a:ext cx="2745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3118526C-932E-6C33-41F6-42760F46A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105" y="3024923"/>
                <a:ext cx="274519" cy="369332"/>
              </a:xfrm>
              <a:prstGeom prst="rect">
                <a:avLst/>
              </a:prstGeom>
              <a:blipFill>
                <a:blip r:embed="rId5"/>
                <a:stretch>
                  <a:fillRect l="-39130" r="-8696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0EF739F-9B19-11FC-31B0-024DAA1B8459}"/>
                  </a:ext>
                </a:extLst>
              </p:cNvPr>
              <p:cNvSpPr txBox="1"/>
              <p:nvPr/>
            </p:nvSpPr>
            <p:spPr>
              <a:xfrm>
                <a:off x="8652348" y="3018075"/>
                <a:ext cx="2745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0EF739F-9B19-11FC-31B0-024DAA1B8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348" y="3018075"/>
                <a:ext cx="274519" cy="369332"/>
              </a:xfrm>
              <a:prstGeom prst="rect">
                <a:avLst/>
              </a:prstGeom>
              <a:blipFill>
                <a:blip r:embed="rId6"/>
                <a:stretch>
                  <a:fillRect l="-45455" r="-9091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5BB608A6-F64D-3B29-B807-E69BF89F1CCA}"/>
                  </a:ext>
                </a:extLst>
              </p:cNvPr>
              <p:cNvSpPr txBox="1"/>
              <p:nvPr/>
            </p:nvSpPr>
            <p:spPr>
              <a:xfrm>
                <a:off x="8259508" y="3943826"/>
                <a:ext cx="22770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140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𝑀𝑒𝑡𝑎</m:t>
                      </m:r>
                      <m:r>
                        <a:rPr kumimoji="1"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5BB608A6-F64D-3B29-B807-E69BF89F1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508" y="3943826"/>
                <a:ext cx="2277010" cy="307777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3" name="矩形 212">
            <a:extLst>
              <a:ext uri="{FF2B5EF4-FFF2-40B4-BE49-F238E27FC236}">
                <a16:creationId xmlns:a16="http://schemas.microsoft.com/office/drawing/2014/main" id="{39331DE8-13EE-2197-1B3A-88EA4A328628}"/>
              </a:ext>
            </a:extLst>
          </p:cNvPr>
          <p:cNvSpPr/>
          <p:nvPr/>
        </p:nvSpPr>
        <p:spPr>
          <a:xfrm>
            <a:off x="6353774" y="939886"/>
            <a:ext cx="4047492" cy="1173517"/>
          </a:xfrm>
          <a:prstGeom prst="rect">
            <a:avLst/>
          </a:prstGeom>
          <a:noFill/>
          <a:ln w="15875">
            <a:solidFill>
              <a:srgbClr val="80B0D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AAA0F5A4-3901-E4B6-7E85-0903E0528A70}"/>
              </a:ext>
            </a:extLst>
          </p:cNvPr>
          <p:cNvSpPr txBox="1"/>
          <p:nvPr/>
        </p:nvSpPr>
        <p:spPr>
          <a:xfrm>
            <a:off x="11027354" y="57895"/>
            <a:ext cx="989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altLang="zh-CN" sz="2000" dirty="0">
                <a:solidFill>
                  <a:srgbClr val="3C4043"/>
                </a:solidFill>
                <a:latin typeface="Roboto" panose="020F0502020204030204" pitchFamily="34" charset="0"/>
              </a:rPr>
              <a:t>Out</a:t>
            </a:r>
            <a:r>
              <a:rPr lang="en-US" altLang="zh-CN" sz="2000" b="0" i="0" dirty="0">
                <a:solidFill>
                  <a:srgbClr val="3C4043"/>
                </a:solidFill>
                <a:effectLst/>
                <a:latin typeface="Roboto" panose="020F0502020204030204" pitchFamily="34" charset="0"/>
              </a:rPr>
              <a:t>put</a:t>
            </a:r>
            <a:endParaRPr lang="en" altLang="zh-CN" sz="2000" b="0" i="0" dirty="0">
              <a:solidFill>
                <a:srgbClr val="5F636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1C7C0BF8-79EC-7439-084E-EFD2491AD92A}"/>
              </a:ext>
            </a:extLst>
          </p:cNvPr>
          <p:cNvSpPr txBox="1"/>
          <p:nvPr/>
        </p:nvSpPr>
        <p:spPr>
          <a:xfrm>
            <a:off x="2582537" y="57895"/>
            <a:ext cx="22029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altLang="zh-CN" sz="2000" b="0" i="0" dirty="0">
                <a:solidFill>
                  <a:srgbClr val="3C4043"/>
                </a:solidFill>
                <a:effectLst/>
                <a:latin typeface="Roboto" panose="020F0502020204030204" pitchFamily="34" charset="0"/>
              </a:rPr>
              <a:t>Feature</a:t>
            </a:r>
            <a:r>
              <a:rPr lang="zh-CN" altLang="en-US" sz="2000" b="0" i="0" dirty="0">
                <a:solidFill>
                  <a:srgbClr val="3C4043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altLang="zh-CN" sz="2000" b="0" i="0" dirty="0">
                <a:solidFill>
                  <a:srgbClr val="3C4043"/>
                </a:solidFill>
                <a:effectLst/>
                <a:latin typeface="Roboto" panose="020F0502020204030204" pitchFamily="34" charset="0"/>
              </a:rPr>
              <a:t>Selection</a:t>
            </a:r>
            <a:endParaRPr lang="en" altLang="zh-CN" sz="2000" b="0" i="0" dirty="0">
              <a:solidFill>
                <a:srgbClr val="5F636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C525911A-C3CE-66F2-4A77-5C336573D4CE}"/>
              </a:ext>
            </a:extLst>
          </p:cNvPr>
          <p:cNvSpPr txBox="1"/>
          <p:nvPr/>
        </p:nvSpPr>
        <p:spPr>
          <a:xfrm>
            <a:off x="2900091" y="445936"/>
            <a:ext cx="1552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Gene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56F0A195-B307-CFDE-6B1B-0E64254D383E}"/>
              </a:ext>
            </a:extLst>
          </p:cNvPr>
          <p:cNvSpPr txBox="1"/>
          <p:nvPr/>
        </p:nvSpPr>
        <p:spPr>
          <a:xfrm>
            <a:off x="2629304" y="2930728"/>
            <a:ext cx="201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063586E5-2386-1FF3-CF63-FA4640BB425E}"/>
              </a:ext>
            </a:extLst>
          </p:cNvPr>
          <p:cNvSpPr/>
          <p:nvPr/>
        </p:nvSpPr>
        <p:spPr>
          <a:xfrm>
            <a:off x="2980048" y="3786535"/>
            <a:ext cx="1292901" cy="588688"/>
          </a:xfrm>
          <a:prstGeom prst="rect">
            <a:avLst/>
          </a:prstGeom>
          <a:solidFill>
            <a:schemeClr val="accent4">
              <a:alpha val="1783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2EA7DE04-19BF-6743-A899-48729400D7EA}"/>
              </a:ext>
            </a:extLst>
          </p:cNvPr>
          <p:cNvGrpSpPr/>
          <p:nvPr/>
        </p:nvGrpSpPr>
        <p:grpSpPr>
          <a:xfrm>
            <a:off x="2980042" y="3637841"/>
            <a:ext cx="1292902" cy="184307"/>
            <a:chOff x="5358270" y="5818402"/>
            <a:chExt cx="3720916" cy="530426"/>
          </a:xfrm>
        </p:grpSpPr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6375F028-3317-F775-817F-348EC9BDEF54}"/>
                </a:ext>
              </a:extLst>
            </p:cNvPr>
            <p:cNvSpPr/>
            <p:nvPr/>
          </p:nvSpPr>
          <p:spPr>
            <a:xfrm>
              <a:off x="5358270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A</a:t>
              </a:r>
              <a:endParaRPr kumimoji="1" lang="zh-CN" altLang="en-US" sz="1050" dirty="0"/>
            </a:p>
          </p:txBody>
        </p:sp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FCE1EB13-22D5-3D43-2C82-F3D98BAA08AE}"/>
                </a:ext>
              </a:extLst>
            </p:cNvPr>
            <p:cNvSpPr/>
            <p:nvPr/>
          </p:nvSpPr>
          <p:spPr>
            <a:xfrm>
              <a:off x="5888696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T</a:t>
              </a:r>
              <a:endParaRPr kumimoji="1" lang="zh-CN" altLang="en-US" sz="1050" dirty="0"/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CB2869AA-CFB7-17A2-4E00-C6F2FA95EAA8}"/>
                </a:ext>
              </a:extLst>
            </p:cNvPr>
            <p:cNvSpPr/>
            <p:nvPr/>
          </p:nvSpPr>
          <p:spPr>
            <a:xfrm>
              <a:off x="6420413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T</a:t>
              </a:r>
              <a:endParaRPr kumimoji="1" lang="zh-CN" altLang="en-US" sz="1050" dirty="0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E89F5C99-3EAC-9ADD-B973-865E7259051E}"/>
                </a:ext>
              </a:extLst>
            </p:cNvPr>
            <p:cNvSpPr/>
            <p:nvPr/>
          </p:nvSpPr>
          <p:spPr>
            <a:xfrm>
              <a:off x="6950839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A</a:t>
              </a:r>
              <a:endParaRPr kumimoji="1" lang="zh-CN" altLang="en-US" sz="1050" dirty="0"/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B69C7EFD-C5EF-B4F3-3ADD-630282245242}"/>
                </a:ext>
              </a:extLst>
            </p:cNvPr>
            <p:cNvSpPr/>
            <p:nvPr/>
          </p:nvSpPr>
          <p:spPr>
            <a:xfrm>
              <a:off x="7486617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T</a:t>
              </a:r>
              <a:endParaRPr kumimoji="1" lang="zh-CN" altLang="en-US" sz="1050" dirty="0"/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254BC5AE-B1CD-4E7E-0146-9ADE1F10330D}"/>
                </a:ext>
              </a:extLst>
            </p:cNvPr>
            <p:cNvSpPr/>
            <p:nvPr/>
          </p:nvSpPr>
          <p:spPr>
            <a:xfrm>
              <a:off x="8017043" y="5818402"/>
              <a:ext cx="530426" cy="530426"/>
            </a:xfrm>
            <a:prstGeom prst="rect">
              <a:avLst/>
            </a:prstGeom>
            <a:solidFill>
              <a:srgbClr val="EAA69E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T</a:t>
              </a:r>
              <a:endParaRPr kumimoji="1" lang="zh-CN" altLang="en-US" sz="1050" dirty="0"/>
            </a:p>
          </p:txBody>
        </p: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389225F2-5E93-C55D-4F86-19DE3768505E}"/>
                </a:ext>
              </a:extLst>
            </p:cNvPr>
            <p:cNvSpPr/>
            <p:nvPr/>
          </p:nvSpPr>
          <p:spPr>
            <a:xfrm>
              <a:off x="8548760" y="5818402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…</a:t>
              </a:r>
              <a:endParaRPr kumimoji="1" lang="zh-CN" altLang="en-US" sz="1050" dirty="0"/>
            </a:p>
          </p:txBody>
        </p:sp>
      </p:grpSp>
      <p:sp>
        <p:nvSpPr>
          <p:cNvPr id="250" name="矩形 249">
            <a:extLst>
              <a:ext uri="{FF2B5EF4-FFF2-40B4-BE49-F238E27FC236}">
                <a16:creationId xmlns:a16="http://schemas.microsoft.com/office/drawing/2014/main" id="{79F9B6C3-D7AE-D3F7-692F-21D923569DE2}"/>
              </a:ext>
            </a:extLst>
          </p:cNvPr>
          <p:cNvSpPr/>
          <p:nvPr/>
        </p:nvSpPr>
        <p:spPr>
          <a:xfrm>
            <a:off x="1828756" y="4249277"/>
            <a:ext cx="3660530" cy="17653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4FDE5A2B-E033-A3BD-C7FD-E809CB951870}"/>
              </a:ext>
            </a:extLst>
          </p:cNvPr>
          <p:cNvGrpSpPr/>
          <p:nvPr/>
        </p:nvGrpSpPr>
        <p:grpSpPr>
          <a:xfrm>
            <a:off x="1969735" y="4331449"/>
            <a:ext cx="889508" cy="188726"/>
            <a:chOff x="5786716" y="5945887"/>
            <a:chExt cx="2658773" cy="530426"/>
          </a:xfrm>
        </p:grpSpPr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03DAC03A-7D49-B996-C996-5CDC3CA40CAA}"/>
                </a:ext>
              </a:extLst>
            </p:cNvPr>
            <p:cNvSpPr/>
            <p:nvPr/>
          </p:nvSpPr>
          <p:spPr>
            <a:xfrm>
              <a:off x="5786716" y="5945887"/>
              <a:ext cx="530426" cy="530426"/>
            </a:xfrm>
            <a:prstGeom prst="rect">
              <a:avLst/>
            </a:prstGeom>
            <a:solidFill>
              <a:srgbClr val="D4CBE1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G</a:t>
              </a:r>
              <a:endParaRPr kumimoji="1" lang="zh-CN" altLang="en-US" sz="1050" dirty="0"/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5A68F716-2A3B-1B48-A78B-D4FD785568F3}"/>
                </a:ext>
              </a:extLst>
            </p:cNvPr>
            <p:cNvSpPr/>
            <p:nvPr/>
          </p:nvSpPr>
          <p:spPr>
            <a:xfrm>
              <a:off x="6317142" y="5945887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C</a:t>
              </a:r>
              <a:endParaRPr kumimoji="1" lang="zh-CN" altLang="en-US" sz="1050" dirty="0"/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E018E51D-51A0-8D8D-F1F5-5F2CE65EFBBB}"/>
                </a:ext>
              </a:extLst>
            </p:cNvPr>
            <p:cNvSpPr/>
            <p:nvPr/>
          </p:nvSpPr>
          <p:spPr>
            <a:xfrm>
              <a:off x="6848859" y="5945887"/>
              <a:ext cx="530426" cy="530426"/>
            </a:xfrm>
            <a:prstGeom prst="rect">
              <a:avLst/>
            </a:prstGeom>
            <a:solidFill>
              <a:srgbClr val="D4CBE1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G</a:t>
              </a:r>
              <a:endParaRPr kumimoji="1" lang="zh-CN" altLang="en-US" sz="1050" dirty="0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A20B8BE8-DAF0-8869-68B1-D0EE90826C51}"/>
                </a:ext>
              </a:extLst>
            </p:cNvPr>
            <p:cNvSpPr/>
            <p:nvPr/>
          </p:nvSpPr>
          <p:spPr>
            <a:xfrm>
              <a:off x="7379285" y="5945887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C</a:t>
              </a:r>
              <a:endParaRPr kumimoji="1" lang="zh-CN" altLang="en-US" sz="1050" dirty="0"/>
            </a:p>
          </p:txBody>
        </p:sp>
        <p:sp>
          <p:nvSpPr>
            <p:cNvPr id="258" name="矩形 257">
              <a:extLst>
                <a:ext uri="{FF2B5EF4-FFF2-40B4-BE49-F238E27FC236}">
                  <a16:creationId xmlns:a16="http://schemas.microsoft.com/office/drawing/2014/main" id="{50272F34-E151-305D-B054-91AF9158525E}"/>
                </a:ext>
              </a:extLst>
            </p:cNvPr>
            <p:cNvSpPr/>
            <p:nvPr/>
          </p:nvSpPr>
          <p:spPr>
            <a:xfrm>
              <a:off x="7915063" y="5945887"/>
              <a:ext cx="530426" cy="530426"/>
            </a:xfrm>
            <a:prstGeom prst="rect">
              <a:avLst/>
            </a:prstGeom>
            <a:solidFill>
              <a:srgbClr val="D4CBE1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…</a:t>
              </a:r>
              <a:endParaRPr kumimoji="1" lang="zh-CN" altLang="en-US" sz="1050" dirty="0"/>
            </a:p>
          </p:txBody>
        </p:sp>
      </p:grpSp>
      <p:grpSp>
        <p:nvGrpSpPr>
          <p:cNvPr id="259" name="组合 258">
            <a:extLst>
              <a:ext uri="{FF2B5EF4-FFF2-40B4-BE49-F238E27FC236}">
                <a16:creationId xmlns:a16="http://schemas.microsoft.com/office/drawing/2014/main" id="{2C382A95-7586-AA07-0DEF-DD76BEBD8A3B}"/>
              </a:ext>
            </a:extLst>
          </p:cNvPr>
          <p:cNvGrpSpPr/>
          <p:nvPr/>
        </p:nvGrpSpPr>
        <p:grpSpPr>
          <a:xfrm>
            <a:off x="4386309" y="4328865"/>
            <a:ext cx="944092" cy="188726"/>
            <a:chOff x="8445489" y="5945887"/>
            <a:chExt cx="2653421" cy="530426"/>
          </a:xfrm>
        </p:grpSpPr>
        <p:sp>
          <p:nvSpPr>
            <p:cNvPr id="260" name="矩形 259">
              <a:extLst>
                <a:ext uri="{FF2B5EF4-FFF2-40B4-BE49-F238E27FC236}">
                  <a16:creationId xmlns:a16="http://schemas.microsoft.com/office/drawing/2014/main" id="{A090A8E2-068C-EF20-230F-53ABB215B927}"/>
                </a:ext>
              </a:extLst>
            </p:cNvPr>
            <p:cNvSpPr/>
            <p:nvPr/>
          </p:nvSpPr>
          <p:spPr>
            <a:xfrm>
              <a:off x="8445489" y="5945887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A</a:t>
              </a:r>
              <a:endParaRPr kumimoji="1" lang="zh-CN" altLang="en-US" sz="1050" dirty="0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C7FC1B4D-3393-0F6A-596A-9F75AC22EFB4}"/>
                </a:ext>
              </a:extLst>
            </p:cNvPr>
            <p:cNvSpPr/>
            <p:nvPr/>
          </p:nvSpPr>
          <p:spPr>
            <a:xfrm>
              <a:off x="8977206" y="5945887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C</a:t>
              </a:r>
              <a:endParaRPr kumimoji="1" lang="zh-CN" altLang="en-US" sz="1050" dirty="0"/>
            </a:p>
          </p:txBody>
        </p: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A5417369-C4DD-07A5-A91F-F3542FC56F22}"/>
                </a:ext>
              </a:extLst>
            </p:cNvPr>
            <p:cNvSpPr/>
            <p:nvPr/>
          </p:nvSpPr>
          <p:spPr>
            <a:xfrm>
              <a:off x="9507632" y="5945887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A</a:t>
              </a:r>
              <a:endParaRPr kumimoji="1" lang="zh-CN" altLang="en-US" sz="1050" dirty="0"/>
            </a:p>
          </p:txBody>
        </p: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633ABE55-2C99-12B3-D325-59CD44316414}"/>
                </a:ext>
              </a:extLst>
            </p:cNvPr>
            <p:cNvSpPr/>
            <p:nvPr/>
          </p:nvSpPr>
          <p:spPr>
            <a:xfrm>
              <a:off x="10038058" y="5945887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C</a:t>
              </a:r>
              <a:endParaRPr kumimoji="1" lang="zh-CN" altLang="en-US" sz="1050" dirty="0"/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B49FFC60-077D-1F4E-28D1-AAA7CD4A7451}"/>
                </a:ext>
              </a:extLst>
            </p:cNvPr>
            <p:cNvSpPr/>
            <p:nvPr/>
          </p:nvSpPr>
          <p:spPr>
            <a:xfrm>
              <a:off x="10568484" y="5945887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…</a:t>
              </a:r>
              <a:endParaRPr kumimoji="1" lang="zh-CN" altLang="en-US" sz="1600" dirty="0"/>
            </a:p>
          </p:txBody>
        </p:sp>
      </p:grpSp>
      <p:cxnSp>
        <p:nvCxnSpPr>
          <p:cNvPr id="274" name="肘形连接符 273">
            <a:extLst>
              <a:ext uri="{FF2B5EF4-FFF2-40B4-BE49-F238E27FC236}">
                <a16:creationId xmlns:a16="http://schemas.microsoft.com/office/drawing/2014/main" id="{015C1EC8-8AE4-EEE0-A1AC-15D000809C12}"/>
              </a:ext>
            </a:extLst>
          </p:cNvPr>
          <p:cNvCxnSpPr>
            <a:stCxn id="77" idx="3"/>
            <a:endCxn id="55" idx="1"/>
          </p:cNvCxnSpPr>
          <p:nvPr/>
        </p:nvCxnSpPr>
        <p:spPr>
          <a:xfrm flipV="1">
            <a:off x="1226475" y="1609557"/>
            <a:ext cx="527815" cy="1267086"/>
          </a:xfrm>
          <a:prstGeom prst="bent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肘形连接符 274">
            <a:extLst>
              <a:ext uri="{FF2B5EF4-FFF2-40B4-BE49-F238E27FC236}">
                <a16:creationId xmlns:a16="http://schemas.microsoft.com/office/drawing/2014/main" id="{2D571AB1-2B5B-9675-774D-59C9E369C4E1}"/>
              </a:ext>
            </a:extLst>
          </p:cNvPr>
          <p:cNvCxnSpPr>
            <a:cxnSpLocks/>
            <a:stCxn id="77" idx="3"/>
            <a:endCxn id="65" idx="1"/>
          </p:cNvCxnSpPr>
          <p:nvPr/>
        </p:nvCxnSpPr>
        <p:spPr>
          <a:xfrm>
            <a:off x="1226475" y="2876643"/>
            <a:ext cx="525002" cy="1250032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肘形连接符 277">
            <a:extLst>
              <a:ext uri="{FF2B5EF4-FFF2-40B4-BE49-F238E27FC236}">
                <a16:creationId xmlns:a16="http://schemas.microsoft.com/office/drawing/2014/main" id="{953A21C4-E2F0-5628-654D-465E7B9966A7}"/>
              </a:ext>
            </a:extLst>
          </p:cNvPr>
          <p:cNvCxnSpPr>
            <a:cxnSpLocks/>
            <a:stCxn id="55" idx="3"/>
            <a:endCxn id="3" idx="2"/>
          </p:cNvCxnSpPr>
          <p:nvPr/>
        </p:nvCxnSpPr>
        <p:spPr>
          <a:xfrm>
            <a:off x="5604189" y="1609557"/>
            <a:ext cx="640038" cy="1267087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肘形连接符 280">
            <a:extLst>
              <a:ext uri="{FF2B5EF4-FFF2-40B4-BE49-F238E27FC236}">
                <a16:creationId xmlns:a16="http://schemas.microsoft.com/office/drawing/2014/main" id="{12E80F41-1220-DC81-67E4-ECBFB0E7E1B8}"/>
              </a:ext>
            </a:extLst>
          </p:cNvPr>
          <p:cNvCxnSpPr>
            <a:cxnSpLocks/>
            <a:stCxn id="65" idx="3"/>
            <a:endCxn id="3" idx="2"/>
          </p:cNvCxnSpPr>
          <p:nvPr/>
        </p:nvCxnSpPr>
        <p:spPr>
          <a:xfrm flipV="1">
            <a:off x="5601375" y="2876644"/>
            <a:ext cx="642852" cy="1250031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文本框 284">
            <a:extLst>
              <a:ext uri="{FF2B5EF4-FFF2-40B4-BE49-F238E27FC236}">
                <a16:creationId xmlns:a16="http://schemas.microsoft.com/office/drawing/2014/main" id="{5B75F7C1-F778-A41D-1499-03EA528AEACE}"/>
              </a:ext>
            </a:extLst>
          </p:cNvPr>
          <p:cNvSpPr txBox="1"/>
          <p:nvPr/>
        </p:nvSpPr>
        <p:spPr>
          <a:xfrm>
            <a:off x="249655" y="58217"/>
            <a:ext cx="8681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altLang="zh-CN" sz="2000" b="0" i="0" dirty="0">
                <a:solidFill>
                  <a:srgbClr val="3C4043"/>
                </a:solidFill>
                <a:effectLst/>
                <a:latin typeface="Roboto" panose="020F0502020204030204" pitchFamily="34" charset="0"/>
              </a:rPr>
              <a:t>Input</a:t>
            </a:r>
            <a:endParaRPr lang="en" altLang="zh-CN" sz="2000" b="0" i="0" dirty="0">
              <a:solidFill>
                <a:srgbClr val="5F636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8E92EEB4-2BB2-22CE-22E6-7292E642994E}"/>
              </a:ext>
            </a:extLst>
          </p:cNvPr>
          <p:cNvSpPr/>
          <p:nvPr/>
        </p:nvSpPr>
        <p:spPr>
          <a:xfrm>
            <a:off x="3427292" y="1237958"/>
            <a:ext cx="1068209" cy="227006"/>
          </a:xfrm>
          <a:prstGeom prst="rect">
            <a:avLst/>
          </a:prstGeom>
          <a:solidFill>
            <a:srgbClr val="B0D8D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exon</a:t>
            </a:r>
            <a:endParaRPr kumimoji="1" lang="zh-CN" alt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3E101007-89CE-894F-C448-BEC4408404FE}"/>
              </a:ext>
            </a:extLst>
          </p:cNvPr>
          <p:cNvSpPr/>
          <p:nvPr/>
        </p:nvSpPr>
        <p:spPr>
          <a:xfrm>
            <a:off x="4852808" y="1237958"/>
            <a:ext cx="671016" cy="230254"/>
          </a:xfrm>
          <a:prstGeom prst="rect">
            <a:avLst/>
          </a:prstGeom>
          <a:solidFill>
            <a:srgbClr val="B0D8D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6F36162D-C0C9-9741-B73E-86EC7F79407F}"/>
              </a:ext>
            </a:extLst>
          </p:cNvPr>
          <p:cNvSpPr/>
          <p:nvPr/>
        </p:nvSpPr>
        <p:spPr>
          <a:xfrm>
            <a:off x="4495507" y="1307665"/>
            <a:ext cx="357307" cy="105052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CE0A1283-CFB7-5CC2-5987-917441899077}"/>
              </a:ext>
            </a:extLst>
          </p:cNvPr>
          <p:cNvSpPr txBox="1"/>
          <p:nvPr/>
        </p:nvSpPr>
        <p:spPr>
          <a:xfrm>
            <a:off x="1929048" y="1834584"/>
            <a:ext cx="867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Gene2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65CC62C3-59BD-9AA8-F652-26376092B0ED}"/>
              </a:ext>
            </a:extLst>
          </p:cNvPr>
          <p:cNvSpPr txBox="1"/>
          <p:nvPr/>
        </p:nvSpPr>
        <p:spPr>
          <a:xfrm>
            <a:off x="3364407" y="4132444"/>
            <a:ext cx="524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Ref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01" name="直线连接符 300">
            <a:extLst>
              <a:ext uri="{FF2B5EF4-FFF2-40B4-BE49-F238E27FC236}">
                <a16:creationId xmlns:a16="http://schemas.microsoft.com/office/drawing/2014/main" id="{608BEF84-4385-7553-6B2F-AFECB015FE0D}"/>
              </a:ext>
            </a:extLst>
          </p:cNvPr>
          <p:cNvCxnSpPr/>
          <p:nvPr/>
        </p:nvCxnSpPr>
        <p:spPr>
          <a:xfrm>
            <a:off x="1857110" y="4113397"/>
            <a:ext cx="1069078" cy="0"/>
          </a:xfrm>
          <a:prstGeom prst="line">
            <a:avLst/>
          </a:prstGeom>
          <a:ln>
            <a:solidFill>
              <a:srgbClr val="EAA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文本框 301">
            <a:extLst>
              <a:ext uri="{FF2B5EF4-FFF2-40B4-BE49-F238E27FC236}">
                <a16:creationId xmlns:a16="http://schemas.microsoft.com/office/drawing/2014/main" id="{8C4050B7-E500-C9B6-32A9-DB2251BDA839}"/>
              </a:ext>
            </a:extLst>
          </p:cNvPr>
          <p:cNvSpPr txBox="1"/>
          <p:nvPr/>
        </p:nvSpPr>
        <p:spPr>
          <a:xfrm>
            <a:off x="1914373" y="3715619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flanking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962A2D25-E45A-E3AD-008D-C676DE3CEF07}"/>
              </a:ext>
            </a:extLst>
          </p:cNvPr>
          <p:cNvSpPr txBox="1"/>
          <p:nvPr/>
        </p:nvSpPr>
        <p:spPr>
          <a:xfrm>
            <a:off x="2090098" y="4647694"/>
            <a:ext cx="526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DC2247-23B3-9C18-84BA-3F0759B89EEB}"/>
              </a:ext>
            </a:extLst>
          </p:cNvPr>
          <p:cNvSpPr txBox="1"/>
          <p:nvPr/>
        </p:nvSpPr>
        <p:spPr>
          <a:xfrm>
            <a:off x="4018201" y="2134907"/>
            <a:ext cx="1447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Intron</a:t>
            </a:r>
            <a:endParaRPr kumimoji="1" lang="zh-CN" alt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66B742-D2D1-7C2E-0DA0-A33650FDBEFE}"/>
              </a:ext>
            </a:extLst>
          </p:cNvPr>
          <p:cNvSpPr txBox="1"/>
          <p:nvPr/>
        </p:nvSpPr>
        <p:spPr>
          <a:xfrm>
            <a:off x="2666642" y="919903"/>
            <a:ext cx="1447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’UTR</a:t>
            </a:r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B9A115-0D49-A991-EF9C-ED964B305116}"/>
              </a:ext>
            </a:extLst>
          </p:cNvPr>
          <p:cNvSpPr txBox="1"/>
          <p:nvPr/>
        </p:nvSpPr>
        <p:spPr>
          <a:xfrm>
            <a:off x="4642410" y="1949511"/>
            <a:ext cx="1447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3’UTR</a:t>
            </a:r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296ECDCA-27BC-DB78-E2F1-BEF32EA98C71}"/>
              </a:ext>
            </a:extLst>
          </p:cNvPr>
          <p:cNvSpPr/>
          <p:nvPr/>
        </p:nvSpPr>
        <p:spPr>
          <a:xfrm>
            <a:off x="3317086" y="1189714"/>
            <a:ext cx="110865" cy="323493"/>
          </a:xfrm>
          <a:prstGeom prst="rect">
            <a:avLst/>
          </a:prstGeom>
          <a:solidFill>
            <a:srgbClr val="D4CBE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A6F903-3BA3-EA2B-1F04-BE1DFFFA529A}"/>
              </a:ext>
            </a:extLst>
          </p:cNvPr>
          <p:cNvSpPr/>
          <p:nvPr/>
        </p:nvSpPr>
        <p:spPr>
          <a:xfrm>
            <a:off x="5058699" y="2347778"/>
            <a:ext cx="287352" cy="227006"/>
          </a:xfrm>
          <a:prstGeom prst="rect">
            <a:avLst/>
          </a:prstGeom>
          <a:solidFill>
            <a:srgbClr val="B0D8D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A985F18-296E-3C40-74BD-1710CFB3D3A3}"/>
              </a:ext>
            </a:extLst>
          </p:cNvPr>
          <p:cNvGrpSpPr/>
          <p:nvPr/>
        </p:nvGrpSpPr>
        <p:grpSpPr>
          <a:xfrm>
            <a:off x="4593473" y="4737466"/>
            <a:ext cx="754906" cy="188726"/>
            <a:chOff x="8977206" y="5945887"/>
            <a:chExt cx="2121704" cy="53042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EFFE8CE-A805-3EE6-2767-263ADCE6BD95}"/>
                </a:ext>
              </a:extLst>
            </p:cNvPr>
            <p:cNvSpPr/>
            <p:nvPr/>
          </p:nvSpPr>
          <p:spPr>
            <a:xfrm>
              <a:off x="8977206" y="5945887"/>
              <a:ext cx="530426" cy="530426"/>
            </a:xfrm>
            <a:prstGeom prst="rect">
              <a:avLst/>
            </a:prstGeom>
            <a:solidFill>
              <a:srgbClr val="D4CBE1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G</a:t>
              </a:r>
              <a:endParaRPr kumimoji="1" lang="zh-CN" altLang="en-US" sz="1050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211C1B5-0788-B7C9-3C34-02C372F9874E}"/>
                </a:ext>
              </a:extLst>
            </p:cNvPr>
            <p:cNvSpPr/>
            <p:nvPr/>
          </p:nvSpPr>
          <p:spPr>
            <a:xfrm>
              <a:off x="9507632" y="5945887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C</a:t>
              </a:r>
              <a:endParaRPr kumimoji="1" lang="zh-CN" altLang="en-US" sz="1050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1DB8D0E-C349-77F6-6678-8A87747466F7}"/>
                </a:ext>
              </a:extLst>
            </p:cNvPr>
            <p:cNvSpPr/>
            <p:nvPr/>
          </p:nvSpPr>
          <p:spPr>
            <a:xfrm>
              <a:off x="10038058" y="5945887"/>
              <a:ext cx="530426" cy="530426"/>
            </a:xfrm>
            <a:prstGeom prst="rect">
              <a:avLst/>
            </a:prstGeom>
            <a:solidFill>
              <a:srgbClr val="80B0D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/>
                <a:t>C</a:t>
              </a:r>
              <a:endParaRPr kumimoji="1" lang="zh-CN" altLang="en-US" sz="105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FCD01C6-5BB0-7228-CED6-167596E6AE8C}"/>
                </a:ext>
              </a:extLst>
            </p:cNvPr>
            <p:cNvSpPr/>
            <p:nvPr/>
          </p:nvSpPr>
          <p:spPr>
            <a:xfrm>
              <a:off x="10568484" y="5945887"/>
              <a:ext cx="530426" cy="530426"/>
            </a:xfrm>
            <a:prstGeom prst="rect">
              <a:avLst/>
            </a:prstGeom>
            <a:solidFill>
              <a:srgbClr val="94CBB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…</a:t>
              </a:r>
              <a:endParaRPr kumimoji="1" lang="zh-CN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9605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34985</TotalTime>
  <Words>106</Words>
  <Application>Microsoft Macintosh PowerPoint</Application>
  <PresentationFormat>自定义</PresentationFormat>
  <Paragraphs>87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Aptos</vt:lpstr>
      <vt:lpstr>Aptos Display</vt:lpstr>
      <vt:lpstr>Arial</vt:lpstr>
      <vt:lpstr>Calibri</vt:lpstr>
      <vt:lpstr>Cambria Math</vt:lpstr>
      <vt:lpstr>Roboto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明华 徐</dc:creator>
  <cp:lastModifiedBy>明华 徐</cp:lastModifiedBy>
  <cp:revision>75</cp:revision>
  <dcterms:created xsi:type="dcterms:W3CDTF">2025-01-03T06:40:06Z</dcterms:created>
  <dcterms:modified xsi:type="dcterms:W3CDTF">2025-12-14T03:40:25Z</dcterms:modified>
</cp:coreProperties>
</file>